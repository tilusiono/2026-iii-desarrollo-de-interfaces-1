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9930-E292-4668-9149-84AD7D101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031C-06E8-4272-B997-A59EB12C7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039AE-F084-4AB9-AD5B-24934D4796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45747-4CB8-41F1-9648-491CC82DDD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3525-30EC-4044-BA3D-18639F0B9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44E5-8C82-4265-A8B5-D774ECAD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3672-BB67-41CB-A98D-C1E458C5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78519-4AC7-462E-AA07-AB75D214C1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A6F9-665A-40B0-BFAE-CE9755D4E9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656BA-DBE2-4E9C-A6BA-6155E090BB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696D-E53E-43FF-A8D9-8C996654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88477-91B9-43D1-828E-2C4C85BFF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6FFDE-BF27-4C92-AD5A-DB8BFBB832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01F0F-DBCE-43F8-95D1-A4766C9636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A5D6C-3F3A-44FE-99B6-0C55F2E1B8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2D34-3EED-4E0C-8AC3-0587AAFA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B930-90C9-424F-8424-E038BE546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B5CB8-5BBC-4104-B93D-A37E7E7226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16973-5F8C-42A4-BBAA-5C0F8B5EEC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DCE5F-28F6-4B3F-8CCA-9A9EE5D417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2975E-8CCE-428B-BA5F-B73A593776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5192-D866-4FC4-9BE8-B3A3503A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FAAA2-302D-4A4A-9200-32762D3E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AF106-2DEC-4006-97B1-B3E48D62CC1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82865-03D7-4D7A-9260-07242AF6508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9BB75-4405-4D0A-9FBE-CA2E68C671A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6274C-1F46-421B-BB6F-3467423932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CA0E5-2FA2-4383-A5E7-C3153C8E6D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877CF-D6D7-424B-BFAD-81A675D83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356E-D1D8-45E7-A754-A33DC475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70405-D6C2-4786-94FA-5FF1CA3C4D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1986C-3886-47AD-8644-CCCE86D955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718A8-C388-422C-9F6F-8A25EB5C8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9B449-F744-4AB3-AE85-1B220D6753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46CD1-1768-40EF-8DBD-78C66E17EB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9D24-40CF-4E64-8931-BE5F3D3B1C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AD65-F10D-40C5-B577-1AA6BF52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AC4E-D164-4CD9-BCDE-5878F282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8DE27-E020-4106-AD3D-5B16D68822A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81691-B451-4010-A18A-CC8B683F16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ED171-00BD-4FFE-95D8-9317696B65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1B12A-9325-41C0-97EB-AC30729C2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43A3-5AB6-4ED4-8D83-4C4412AC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9C2E2-A679-4B0B-9204-6ED4210DB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F4CF-67BD-4527-92B8-9AED22BB00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5F3F0-3543-444B-922D-769C4F3140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586EF-874F-47C5-A754-DAE4DD7F33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CB749-CE28-48CE-ABAF-B1E96B5E06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74F4-FC9A-45AA-BCE3-6AC42429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53783-0B93-49DE-B64A-346590AE6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9010C-56C0-4337-9156-88C34C9717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C8856-3F87-4A78-AFC7-0199E15606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8AFCA-B424-40DB-927B-4C802CC69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CCB1C-B1D6-4CAF-AAAF-483D72D6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475A8-F91F-4BF8-AD43-5B1CDF06A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987D-3C30-4C30-B97D-F8297A5100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DA16-59AB-4554-83DA-D9B2F04C2B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601B5-B5A5-4374-85F5-3E85B9557C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C633C-3931-42F1-B940-80082981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A46AC-9D4F-49B7-ACCE-B8CF83708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1DA2-DC8A-4A7D-8ACE-0D7699540AE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A0768-0ACC-4005-ACB3-DDCB73C8A91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A0E5-E2FE-4DA2-A13D-EEA2B4AD5D3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7E7E4E-C24B-4DF3-B198-FC38E0E45D83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96D2F-0F1B-4BAF-8C18-1DFEEFCA392E}"/>
              </a:ext>
            </a:extLst>
          </p:cNvPr>
          <p:cNvSpPr>
            <a:spLocks noGrp="1"/>
          </p:cNvSpPr>
          <p:nvPr/>
        </p:nvSpPr>
        <p:spPr>
          <a:xfrm>
            <a:off x="566928" y="1325880"/>
            <a:ext cx="109728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Tema 2.4 Sentencias y bucles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A4664-19D0-43D8-BA03-43A1B3A4C199}"/>
              </a:ext>
            </a:extLst>
          </p:cNvPr>
          <p:cNvSpPr>
            <a:spLocks noGrp="1"/>
          </p:cNvSpPr>
          <p:nvPr/>
        </p:nvSpPr>
        <p:spPr>
          <a:xfrm>
            <a:off x="566928" y="27706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de flujo, invariantes y complejidad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A2507-566D-4847-9FDD-96AA968F29D2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50292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EC59F-2112-4FEE-A0D6-E10CA5743E8D}"/>
              </a:ext>
            </a:extLst>
          </p:cNvPr>
          <p:cNvSpPr>
            <a:spLocks noGrp="1"/>
          </p:cNvSpPr>
          <p:nvPr/>
        </p:nvSpPr>
        <p:spPr>
          <a:xfrm>
            <a:off x="566928" y="5212080"/>
            <a:ext cx="8961120" cy="57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32422-AF4D-4CFA-AFAA-6D584FE4A032}"/>
              </a:ext>
            </a:extLst>
          </p:cNvPr>
          <p:cNvSpPr>
            <a:spLocks noGrp="1"/>
          </p:cNvSpPr>
          <p:nvPr/>
        </p:nvSpPr>
        <p:spPr>
          <a:xfrm>
            <a:off x="566928" y="57150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5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03278C-CF74-4B2C-800F-7CFD06B60E0F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C33D-0479-47F2-99E6-ED91F1D4EBD8}"/>
              </a:ext>
            </a:extLst>
          </p:cNvPr>
          <p:cNvSpPr>
            <a:spLocks noGrp="1"/>
          </p:cNvSpPr>
          <p:nvPr/>
        </p:nvSpPr>
        <p:spPr>
          <a:xfrm>
            <a:off x="1143000" y="1600200"/>
            <a:ext cx="9966960" cy="2491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Diseñaremos decisiones y recorridos con guard clauses, límites de seguridad, acumuladores e invariantes. La sesión incluye máquinas de estados, iteración asíncrona y análisis de complejidad.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C939A1-7FE8-4923-9E39-EBDED87D5DC8}"/>
              </a:ext>
            </a:extLst>
          </p:cNvPr>
          <p:cNvSpPr>
            <a:spLocks noGrp="1"/>
          </p:cNvSpPr>
          <p:nvPr/>
        </p:nvSpPr>
        <p:spPr>
          <a:xfrm>
            <a:off x="2150211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27465-2F0C-4B89-8FC3-EA087154BFFC}"/>
              </a:ext>
            </a:extLst>
          </p:cNvPr>
          <p:cNvSpPr>
            <a:spLocks noGrp="1"/>
          </p:cNvSpPr>
          <p:nvPr/>
        </p:nvSpPr>
        <p:spPr>
          <a:xfrm>
            <a:off x="2150211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if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09D2D3-5FB9-4970-978A-01F25B096F65}"/>
              </a:ext>
            </a:extLst>
          </p:cNvPr>
          <p:cNvSpPr>
            <a:spLocks noGrp="1"/>
          </p:cNvSpPr>
          <p:nvPr/>
        </p:nvSpPr>
        <p:spPr>
          <a:xfrm>
            <a:off x="3768699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587C9-344B-4826-B4FC-E99183695A59}"/>
              </a:ext>
            </a:extLst>
          </p:cNvPr>
          <p:cNvSpPr>
            <a:spLocks noGrp="1"/>
          </p:cNvSpPr>
          <p:nvPr/>
        </p:nvSpPr>
        <p:spPr>
          <a:xfrm>
            <a:off x="3768699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switch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7F622B-E7A0-45F0-8E2D-2CC59DF1E67A}"/>
              </a:ext>
            </a:extLst>
          </p:cNvPr>
          <p:cNvSpPr>
            <a:spLocks noGrp="1"/>
          </p:cNvSpPr>
          <p:nvPr/>
        </p:nvSpPr>
        <p:spPr>
          <a:xfrm>
            <a:off x="5387187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C5343-CC02-4FEC-93BA-B0A1C396EFC4}"/>
              </a:ext>
            </a:extLst>
          </p:cNvPr>
          <p:cNvSpPr>
            <a:spLocks noGrp="1"/>
          </p:cNvSpPr>
          <p:nvPr/>
        </p:nvSpPr>
        <p:spPr>
          <a:xfrm>
            <a:off x="5387187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for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23CCA2D-5702-4FB5-AA22-4FF454931B17}"/>
              </a:ext>
            </a:extLst>
          </p:cNvPr>
          <p:cNvSpPr>
            <a:spLocks noGrp="1"/>
          </p:cNvSpPr>
          <p:nvPr/>
        </p:nvSpPr>
        <p:spPr>
          <a:xfrm>
            <a:off x="7005675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C74E6-D493-45B5-B6CB-DBDE95C6E8D9}"/>
              </a:ext>
            </a:extLst>
          </p:cNvPr>
          <p:cNvSpPr>
            <a:spLocks noGrp="1"/>
          </p:cNvSpPr>
          <p:nvPr/>
        </p:nvSpPr>
        <p:spPr>
          <a:xfrm>
            <a:off x="7005675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while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C184A89-53DF-44FB-816D-6B0B26BD4367}"/>
              </a:ext>
            </a:extLst>
          </p:cNvPr>
          <p:cNvSpPr>
            <a:spLocks noGrp="1"/>
          </p:cNvSpPr>
          <p:nvPr/>
        </p:nvSpPr>
        <p:spPr>
          <a:xfrm>
            <a:off x="8624163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EA466-5D64-4F72-B3CC-4A04E5F37FC9}"/>
              </a:ext>
            </a:extLst>
          </p:cNvPr>
          <p:cNvSpPr>
            <a:spLocks noGrp="1"/>
          </p:cNvSpPr>
          <p:nvPr/>
        </p:nvSpPr>
        <p:spPr>
          <a:xfrm>
            <a:off x="8624163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break</a:t>
            </a:r>
          </a:p>
        </p:txBody>
      </p:sp>
      <p:pic>
        <p:nvPicPr>
          <p:cNvPr id="27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34924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FCE3B4-7FCC-4B83-8EC6-AF4438AA14A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01FE9-B812-47B4-982C-41A2BB24EE7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Control de flujo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4804B-70CA-4F52-A92A-431F88ACD9B7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condición decide qué ruta o repetición se ejecuta.</a:t>
            </a:r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FC854-CEF5-402A-9DA7-1D1E65236F04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F2F37-8F8B-48F6-A185-0AE919DA825E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2514600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4CA22-8417-4477-BF70-F5217B3821EC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Estado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FCD6738D-E09B-464B-A005-597D76B7F593}"/>
              </a:ext>
            </a:extLst>
          </p:cNvPr>
          <p:cNvSpPr>
            <a:spLocks noGrp="1"/>
          </p:cNvSpPr>
          <p:nvPr/>
        </p:nvSpPr>
        <p:spPr>
          <a:xfrm>
            <a:off x="317296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E5B25-51C5-4B6A-BB16-C8DAEB09D8F2}"/>
              </a:ext>
            </a:extLst>
          </p:cNvPr>
          <p:cNvSpPr>
            <a:spLocks noGrp="1"/>
          </p:cNvSpPr>
          <p:nvPr/>
        </p:nvSpPr>
        <p:spPr>
          <a:xfrm>
            <a:off x="3355848" y="2148840"/>
            <a:ext cx="2514600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B015F-B427-4AFA-AE25-71509DA5EF7E}"/>
              </a:ext>
            </a:extLst>
          </p:cNvPr>
          <p:cNvSpPr>
            <a:spLocks noGrp="1"/>
          </p:cNvSpPr>
          <p:nvPr/>
        </p:nvSpPr>
        <p:spPr>
          <a:xfrm>
            <a:off x="340156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Condición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08B2F1ED-DD59-4DBC-9223-4F7764A5290F}"/>
              </a:ext>
            </a:extLst>
          </p:cNvPr>
          <p:cNvSpPr>
            <a:spLocks noGrp="1"/>
          </p:cNvSpPr>
          <p:nvPr/>
        </p:nvSpPr>
        <p:spPr>
          <a:xfrm>
            <a:off x="587044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3AECF7-541F-47B8-B5E3-2852E0C4D45C}"/>
              </a:ext>
            </a:extLst>
          </p:cNvPr>
          <p:cNvSpPr>
            <a:spLocks noGrp="1"/>
          </p:cNvSpPr>
          <p:nvPr/>
        </p:nvSpPr>
        <p:spPr>
          <a:xfrm>
            <a:off x="6053328" y="2148840"/>
            <a:ext cx="2514600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C5B8C-78A1-4945-A9DC-8AF0388691F3}"/>
              </a:ext>
            </a:extLst>
          </p:cNvPr>
          <p:cNvSpPr>
            <a:spLocks noGrp="1"/>
          </p:cNvSpPr>
          <p:nvPr/>
        </p:nvSpPr>
        <p:spPr>
          <a:xfrm>
            <a:off x="609904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Bloque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3D72C623-B95C-436C-987E-F045A52F078C}"/>
              </a:ext>
            </a:extLst>
          </p:cNvPr>
          <p:cNvSpPr>
            <a:spLocks noGrp="1"/>
          </p:cNvSpPr>
          <p:nvPr/>
        </p:nvSpPr>
        <p:spPr>
          <a:xfrm>
            <a:off x="856792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E7BD20-679A-4294-BE92-D4DCBFCD8C97}"/>
              </a:ext>
            </a:extLst>
          </p:cNvPr>
          <p:cNvSpPr>
            <a:spLocks noGrp="1"/>
          </p:cNvSpPr>
          <p:nvPr/>
        </p:nvSpPr>
        <p:spPr>
          <a:xfrm>
            <a:off x="8750808" y="2148840"/>
            <a:ext cx="2514600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E7DF1-76A4-4DE5-8D22-8704322A1A87}"/>
              </a:ext>
            </a:extLst>
          </p:cNvPr>
          <p:cNvSpPr>
            <a:spLocks noGrp="1"/>
          </p:cNvSpPr>
          <p:nvPr/>
        </p:nvSpPr>
        <p:spPr>
          <a:xfrm>
            <a:off x="879652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Nuevo estado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5937F-C332-43E1-9804-2D414A8D4481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963503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093D5-E550-4181-B6EA-D0D2D07D518E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6DE56D-E41E-4AC1-A2D2-DAC7825BF99A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Toda ruta debe tener una condición verificable.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D57FF-C527-474C-BEA2-DFD88B635F05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Todo bucle necesita progreso hacia la salida.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66E27-15D7-4B71-A5E8-BB6994853285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Las invariantes deben mantenerse en cada iteración.</a:t>
            </a:r>
          </a:p>
        </p:txBody>
      </p:sp>
    </p:spTree>
    <p:extLst>
      <p:ext uri="{BB962C8B-B14F-4D97-AF65-F5344CB8AC3E}">
        <p14:creationId xmlns:p14="http://schemas.microsoft.com/office/powerpoint/2010/main" val="124298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27A843-0BBE-48B4-812C-E2B2D53ADF1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90C76-99E2-4C33-BB1C-0B95ED51DCB0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Guard clauses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DAFEF-16C4-4B41-92A3-B90E654BEFC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Las salidas tempranas separan errores del camino principal.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D508B-BD9E-47BA-90B8-70D0EC93AEF8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4539C-CFDC-4F0E-9BE4-3BAA40C060FA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4358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procesarPago(pago)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(pago == null)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"AUSENTE"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(!Number.isFinite(pago.monto))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"MONTO"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(pago.monto &lt;= 0)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"RANGO"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(!pago.token)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"TOKEN"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autorizar(pago);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E9111-BFB9-4074-88E4-DE89E47AEA8A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43142-377D-42F3-8746-E5D6DFE03724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guard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45CBF-D8C9-464F-BC07-27DD8B663E08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sale temprano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5C5A1026-877D-4AA9-82F1-AA44A9DE76D8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33EAC-5B96-4DAA-AB64-480161AB8869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788AE6-D4AF-4301-AF71-B5D2CD0D89D2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contrato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9FAF77-28BC-416E-A426-C899CB5D5D6C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 entrada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9C0A4B02-E9EA-4D72-B016-46F58F847970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0390B6-60D6-4085-91DF-EB8F7C82078E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BAB6F-7B87-420D-8F85-C35AC98B3EF8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camino feliz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AA5E3-8CBD-45A8-B152-6718D94B2001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queda visible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037017BC-D4A2-446B-B902-F1FB486DEBD2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A73101-B83D-46B0-A084-268F1A28CF81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405A08-BA22-4D89-9F25-E20C8A86E7EB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resultado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1E7F00-F801-4879-834F-F277A07B7EFC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error tipado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CBCAC513-0BBF-470D-8398-492DD0E7C33D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997476-271B-4D68-A7F9-BC4AA1C7FE16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F274D-D1E8-4AF1-870B-D4998EF84C3E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ruta plana suele ser más fácil de leer y probar que múltiples niveles de if.</a:t>
            </a:r>
          </a:p>
        </p:txBody>
      </p:sp>
    </p:spTree>
    <p:extLst>
      <p:ext uri="{BB962C8B-B14F-4D97-AF65-F5344CB8AC3E}">
        <p14:creationId xmlns:p14="http://schemas.microsoft.com/office/powerpoint/2010/main" val="105457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0F8181-6CB9-40C2-94A3-A714DBDA3B30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703FA-5054-4484-AB1F-6B11B977A34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Máquina de estados con switch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6F984-3E12-44D6-9042-FE4E6B6C78E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Las transiciones válidas se modelan como pares estado-evento.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7F0A8F-4DFC-4F8B-8845-05E8548FEBAF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1CF50-DF20-45BA-A8BC-A1179E100754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64144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transicionar(estado, evento)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clave = `${estado}:${evento}`;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38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switch (clave)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case "BORRADOR:ENVIAR":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return "EN_REVISION";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38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case "EN_REVISION:APROBAR":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return "APROBADO";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38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case "EN_REVISION:RECHAZAR":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return "RECHAZADO";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38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default: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throw new Error(`Transición inválida: ${clave}`);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32CC43-33A2-49CB-8545-1B4D0FCE47BD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1AFF3-1FAE-4D9F-A864-9A508BB0FAAB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estado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3BB21-1EF4-4707-BCC2-A8F7236EB896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situación actual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D689DABB-06E5-41E6-BBC4-49FC0B730183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47F25-8EDC-4D90-9D4A-111A6290368A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A0D39-6C55-485C-9F89-819C37C3D33C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evento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383F8-2874-4520-8A85-F991347A3E34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solicita cambio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6E45E9BB-1D9A-44AF-9855-99755226FB75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1B0E8-5DD3-466E-91A9-9FD0118D6BA9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5CC10-13FC-4FA2-9799-719FFD80AEF0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transición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80257-CC49-456C-969D-FFA979D296FD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ruta permitida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218186E9-2277-4B7A-A9CC-2CC115A4590D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D0117-739D-4E0A-88E3-D27679754D9F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0A34E5-835E-46C7-A410-58760C97B175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default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536E2-83BD-4251-90F8-875C4F016765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rechaza lo inválido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8A7BBE68-3137-427E-BDB2-F589F6D44FDA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5CAF94-12D0-4483-B650-AF4E20A25404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1C7BD-EB19-476C-957A-8944249D2504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máquina de estados impide combinaciones que no pertenecen al proceso.</a:t>
            </a:r>
          </a:p>
        </p:txBody>
      </p:sp>
    </p:spTree>
    <p:extLst>
      <p:ext uri="{BB962C8B-B14F-4D97-AF65-F5344CB8AC3E}">
        <p14:creationId xmlns:p14="http://schemas.microsoft.com/office/powerpoint/2010/main" val="116321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9E189-53EF-4E05-9534-A7453DA9E22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76A9-0084-4499-B7BD-D32BCBD67DF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Selección de estructuras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1B38C-170C-4828-A440-6DB4243481DD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Elige según la intención del flujo.</a:t>
            </a:r>
          </a:p>
        </p:txBody>
      </p:sp>
      <p:pic>
        <p:nvPicPr>
          <p:cNvPr id="6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CE50AA-1033-4C0C-90EF-BBD2773736FE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F0548-9D4A-446D-AF86-9F77C9E822AD}"/>
              </a:ext>
            </a:extLst>
          </p:cNvPr>
          <p:cNvSpPr>
            <a:spLocks noGrp="1"/>
          </p:cNvSpPr>
          <p:nvPr/>
        </p:nvSpPr>
        <p:spPr>
          <a:xfrm>
            <a:off x="539496" y="176479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Estructura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59CBC-E8D0-4DA9-96CF-2767675F7773}"/>
              </a:ext>
            </a:extLst>
          </p:cNvPr>
          <p:cNvSpPr>
            <a:spLocks noGrp="1"/>
          </p:cNvSpPr>
          <p:nvPr/>
        </p:nvSpPr>
        <p:spPr>
          <a:xfrm>
            <a:off x="2697480" y="164592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A0FD0-A9A8-47C7-A4F4-5FEC8E0FD4BE}"/>
              </a:ext>
            </a:extLst>
          </p:cNvPr>
          <p:cNvSpPr>
            <a:spLocks noGrp="1"/>
          </p:cNvSpPr>
          <p:nvPr/>
        </p:nvSpPr>
        <p:spPr>
          <a:xfrm>
            <a:off x="2734056" y="176479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82B3AF-667E-4177-935F-FFF7CA721A84}"/>
              </a:ext>
            </a:extLst>
          </p:cNvPr>
          <p:cNvSpPr>
            <a:spLocks noGrp="1"/>
          </p:cNvSpPr>
          <p:nvPr/>
        </p:nvSpPr>
        <p:spPr>
          <a:xfrm>
            <a:off x="4892040" y="164592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FB477-999E-4014-AB04-57E26CE503ED}"/>
              </a:ext>
            </a:extLst>
          </p:cNvPr>
          <p:cNvSpPr>
            <a:spLocks noGrp="1"/>
          </p:cNvSpPr>
          <p:nvPr/>
        </p:nvSpPr>
        <p:spPr>
          <a:xfrm>
            <a:off x="4928616" y="176479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BA8D9D-8A45-4C6E-90C4-EC9DDE0D054F}"/>
              </a:ext>
            </a:extLst>
          </p:cNvPr>
          <p:cNvSpPr>
            <a:spLocks noGrp="1"/>
          </p:cNvSpPr>
          <p:nvPr/>
        </p:nvSpPr>
        <p:spPr>
          <a:xfrm>
            <a:off x="7086599" y="164592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324C3-274C-4242-B2E9-EA3ED4F9ECAD}"/>
              </a:ext>
            </a:extLst>
          </p:cNvPr>
          <p:cNvSpPr>
            <a:spLocks noGrp="1"/>
          </p:cNvSpPr>
          <p:nvPr/>
        </p:nvSpPr>
        <p:spPr>
          <a:xfrm>
            <a:off x="7123175" y="176479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Salida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E151AA-7C35-40F9-9F02-C7EBA1412AD5}"/>
              </a:ext>
            </a:extLst>
          </p:cNvPr>
          <p:cNvSpPr>
            <a:spLocks noGrp="1"/>
          </p:cNvSpPr>
          <p:nvPr/>
        </p:nvSpPr>
        <p:spPr>
          <a:xfrm>
            <a:off x="9281160" y="164592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198FC-9860-4637-B173-84B5C59314B1}"/>
              </a:ext>
            </a:extLst>
          </p:cNvPr>
          <p:cNvSpPr>
            <a:spLocks noGrp="1"/>
          </p:cNvSpPr>
          <p:nvPr/>
        </p:nvSpPr>
        <p:spPr>
          <a:xfrm>
            <a:off x="9317736" y="176479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Riesgo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FD6A82-F6B4-4CCD-B798-B1A891EC261C}"/>
              </a:ext>
            </a:extLst>
          </p:cNvPr>
          <p:cNvSpPr>
            <a:spLocks noGrp="1"/>
          </p:cNvSpPr>
          <p:nvPr/>
        </p:nvSpPr>
        <p:spPr>
          <a:xfrm>
            <a:off x="502920" y="2148840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30504-9C5F-4698-897B-C60859C72229}"/>
              </a:ext>
            </a:extLst>
          </p:cNvPr>
          <p:cNvSpPr>
            <a:spLocks noGrp="1"/>
          </p:cNvSpPr>
          <p:nvPr/>
        </p:nvSpPr>
        <p:spPr>
          <a:xfrm>
            <a:off x="530352" y="223113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9128D-07A4-4966-9D25-D05039B03939}"/>
              </a:ext>
            </a:extLst>
          </p:cNvPr>
          <p:cNvSpPr>
            <a:spLocks noGrp="1"/>
          </p:cNvSpPr>
          <p:nvPr/>
        </p:nvSpPr>
        <p:spPr>
          <a:xfrm>
            <a:off x="2697480" y="214884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2E0BA4-0803-4CE1-870D-5CBF8D37DBC7}"/>
              </a:ext>
            </a:extLst>
          </p:cNvPr>
          <p:cNvSpPr>
            <a:spLocks noGrp="1"/>
          </p:cNvSpPr>
          <p:nvPr/>
        </p:nvSpPr>
        <p:spPr>
          <a:xfrm>
            <a:off x="2724912" y="223113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Rutas diferentes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05D830-CE07-4630-BE90-61480C44E1B9}"/>
              </a:ext>
            </a:extLst>
          </p:cNvPr>
          <p:cNvSpPr>
            <a:spLocks noGrp="1"/>
          </p:cNvSpPr>
          <p:nvPr/>
        </p:nvSpPr>
        <p:spPr>
          <a:xfrm>
            <a:off x="4892040" y="214884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0AFC0-A00A-4C7C-B487-20951BC48D81}"/>
              </a:ext>
            </a:extLst>
          </p:cNvPr>
          <p:cNvSpPr>
            <a:spLocks noGrp="1"/>
          </p:cNvSpPr>
          <p:nvPr/>
        </p:nvSpPr>
        <p:spPr>
          <a:xfrm>
            <a:off x="4919472" y="223113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Condición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9575E2-B72D-48A0-9498-353CDFC6A38C}"/>
              </a:ext>
            </a:extLst>
          </p:cNvPr>
          <p:cNvSpPr>
            <a:spLocks noGrp="1"/>
          </p:cNvSpPr>
          <p:nvPr/>
        </p:nvSpPr>
        <p:spPr>
          <a:xfrm>
            <a:off x="7086599" y="214884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2762B3-DAA9-48A7-B6A0-D98FB19598CC}"/>
              </a:ext>
            </a:extLst>
          </p:cNvPr>
          <p:cNvSpPr>
            <a:spLocks noGrp="1"/>
          </p:cNvSpPr>
          <p:nvPr/>
        </p:nvSpPr>
        <p:spPr>
          <a:xfrm>
            <a:off x="7114031" y="223113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bloque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EE7603-6F17-46DF-8E8D-3D3B33EDE99E}"/>
              </a:ext>
            </a:extLst>
          </p:cNvPr>
          <p:cNvSpPr>
            <a:spLocks noGrp="1"/>
          </p:cNvSpPr>
          <p:nvPr/>
        </p:nvSpPr>
        <p:spPr>
          <a:xfrm>
            <a:off x="9281160" y="214884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E4D4D7-5D35-41DB-B08B-362E4416A650}"/>
              </a:ext>
            </a:extLst>
          </p:cNvPr>
          <p:cNvSpPr>
            <a:spLocks noGrp="1"/>
          </p:cNvSpPr>
          <p:nvPr/>
        </p:nvSpPr>
        <p:spPr>
          <a:xfrm>
            <a:off x="9308592" y="223113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Anidamiento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798E68-8C8D-4168-B727-11322A67FE1F}"/>
              </a:ext>
            </a:extLst>
          </p:cNvPr>
          <p:cNvSpPr>
            <a:spLocks noGrp="1"/>
          </p:cNvSpPr>
          <p:nvPr/>
        </p:nvSpPr>
        <p:spPr>
          <a:xfrm>
            <a:off x="502920" y="2679192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C44E08-CD89-4042-BB84-7202E798E884}"/>
              </a:ext>
            </a:extLst>
          </p:cNvPr>
          <p:cNvSpPr>
            <a:spLocks noGrp="1"/>
          </p:cNvSpPr>
          <p:nvPr/>
        </p:nvSpPr>
        <p:spPr>
          <a:xfrm>
            <a:off x="530352" y="276148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switch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CD0429-FF2B-44F9-8406-4E4F45E063A2}"/>
              </a:ext>
            </a:extLst>
          </p:cNvPr>
          <p:cNvSpPr>
            <a:spLocks noGrp="1"/>
          </p:cNvSpPr>
          <p:nvPr/>
        </p:nvSpPr>
        <p:spPr>
          <a:xfrm>
            <a:off x="2697480" y="267919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146766-767E-45BA-A65E-4F81059753DC}"/>
              </a:ext>
            </a:extLst>
          </p:cNvPr>
          <p:cNvSpPr>
            <a:spLocks noGrp="1"/>
          </p:cNvSpPr>
          <p:nvPr/>
        </p:nvSpPr>
        <p:spPr>
          <a:xfrm>
            <a:off x="2724912" y="276148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Estados discretos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F4AD7D-A895-4E6A-B417-3EDB8DC1A29C}"/>
              </a:ext>
            </a:extLst>
          </p:cNvPr>
          <p:cNvSpPr>
            <a:spLocks noGrp="1"/>
          </p:cNvSpPr>
          <p:nvPr/>
        </p:nvSpPr>
        <p:spPr>
          <a:xfrm>
            <a:off x="4892040" y="267919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10F64-8F96-486F-B763-724A74A00BB1}"/>
              </a:ext>
            </a:extLst>
          </p:cNvPr>
          <p:cNvSpPr>
            <a:spLocks noGrp="1"/>
          </p:cNvSpPr>
          <p:nvPr/>
        </p:nvSpPr>
        <p:spPr>
          <a:xfrm>
            <a:off x="4919472" y="276148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Valor exacto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2EAED5-0305-4B39-B5A2-D26C39268F1A}"/>
              </a:ext>
            </a:extLst>
          </p:cNvPr>
          <p:cNvSpPr>
            <a:spLocks noGrp="1"/>
          </p:cNvSpPr>
          <p:nvPr/>
        </p:nvSpPr>
        <p:spPr>
          <a:xfrm>
            <a:off x="7086599" y="267919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2FCDF-7D5F-4568-9126-6A8832615705}"/>
              </a:ext>
            </a:extLst>
          </p:cNvPr>
          <p:cNvSpPr>
            <a:spLocks noGrp="1"/>
          </p:cNvSpPr>
          <p:nvPr/>
        </p:nvSpPr>
        <p:spPr>
          <a:xfrm>
            <a:off x="7114031" y="276148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Caso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EEB078-D742-4DDA-957C-28F418DC584D}"/>
              </a:ext>
            </a:extLst>
          </p:cNvPr>
          <p:cNvSpPr>
            <a:spLocks noGrp="1"/>
          </p:cNvSpPr>
          <p:nvPr/>
        </p:nvSpPr>
        <p:spPr>
          <a:xfrm>
            <a:off x="9281160" y="267919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394184-F876-4F48-A5D1-F27332F0CECA}"/>
              </a:ext>
            </a:extLst>
          </p:cNvPr>
          <p:cNvSpPr>
            <a:spLocks noGrp="1"/>
          </p:cNvSpPr>
          <p:nvPr/>
        </p:nvSpPr>
        <p:spPr>
          <a:xfrm>
            <a:off x="9308592" y="276148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Fall-through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727803-3F45-404F-B0CA-E5FFBF1649E7}"/>
              </a:ext>
            </a:extLst>
          </p:cNvPr>
          <p:cNvSpPr>
            <a:spLocks noGrp="1"/>
          </p:cNvSpPr>
          <p:nvPr/>
        </p:nvSpPr>
        <p:spPr>
          <a:xfrm>
            <a:off x="502920" y="3209544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974D36-8E76-42EF-9527-D49E0323D2AF}"/>
              </a:ext>
            </a:extLst>
          </p:cNvPr>
          <p:cNvSpPr>
            <a:spLocks noGrp="1"/>
          </p:cNvSpPr>
          <p:nvPr/>
        </p:nvSpPr>
        <p:spPr>
          <a:xfrm>
            <a:off x="530352" y="329184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while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235B1B-1465-410E-B9AA-235BD456DDEE}"/>
              </a:ext>
            </a:extLst>
          </p:cNvPr>
          <p:cNvSpPr>
            <a:spLocks noGrp="1"/>
          </p:cNvSpPr>
          <p:nvPr/>
        </p:nvSpPr>
        <p:spPr>
          <a:xfrm>
            <a:off x="2697480" y="3209544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87BDFC-FF2E-43DC-B192-370D3E3AAC1A}"/>
              </a:ext>
            </a:extLst>
          </p:cNvPr>
          <p:cNvSpPr>
            <a:spLocks noGrp="1"/>
          </p:cNvSpPr>
          <p:nvPr/>
        </p:nvSpPr>
        <p:spPr>
          <a:xfrm>
            <a:off x="2724912" y="329184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Repetición abierta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AD0460-D30B-42C7-A631-F2543C9C7D57}"/>
              </a:ext>
            </a:extLst>
          </p:cNvPr>
          <p:cNvSpPr>
            <a:spLocks noGrp="1"/>
          </p:cNvSpPr>
          <p:nvPr/>
        </p:nvSpPr>
        <p:spPr>
          <a:xfrm>
            <a:off x="4892040" y="3209544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9ADE1A-5D95-46A4-BD4D-7126C7454C04}"/>
              </a:ext>
            </a:extLst>
          </p:cNvPr>
          <p:cNvSpPr>
            <a:spLocks noGrp="1"/>
          </p:cNvSpPr>
          <p:nvPr/>
        </p:nvSpPr>
        <p:spPr>
          <a:xfrm>
            <a:off x="4919472" y="329184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Condición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242244-C654-4B2D-A7AD-398991925F3C}"/>
              </a:ext>
            </a:extLst>
          </p:cNvPr>
          <p:cNvSpPr>
            <a:spLocks noGrp="1"/>
          </p:cNvSpPr>
          <p:nvPr/>
        </p:nvSpPr>
        <p:spPr>
          <a:xfrm>
            <a:off x="7086599" y="3209544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575DAE-FC64-42DC-85B6-9D0AF6BFF240}"/>
              </a:ext>
            </a:extLst>
          </p:cNvPr>
          <p:cNvSpPr>
            <a:spLocks noGrp="1"/>
          </p:cNvSpPr>
          <p:nvPr/>
        </p:nvSpPr>
        <p:spPr>
          <a:xfrm>
            <a:off x="7114031" y="329184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Corte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2246D9-9D63-4EE4-97DE-3FE1915195FF}"/>
              </a:ext>
            </a:extLst>
          </p:cNvPr>
          <p:cNvSpPr>
            <a:spLocks noGrp="1"/>
          </p:cNvSpPr>
          <p:nvPr/>
        </p:nvSpPr>
        <p:spPr>
          <a:xfrm>
            <a:off x="9281160" y="3209544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421B2D-95D3-4752-BFB3-C28564C9E972}"/>
              </a:ext>
            </a:extLst>
          </p:cNvPr>
          <p:cNvSpPr>
            <a:spLocks noGrp="1"/>
          </p:cNvSpPr>
          <p:nvPr/>
        </p:nvSpPr>
        <p:spPr>
          <a:xfrm>
            <a:off x="9308592" y="329184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Infinito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22F2A4-34F9-4032-913C-B7A724B80E25}"/>
              </a:ext>
            </a:extLst>
          </p:cNvPr>
          <p:cNvSpPr>
            <a:spLocks noGrp="1"/>
          </p:cNvSpPr>
          <p:nvPr/>
        </p:nvSpPr>
        <p:spPr>
          <a:xfrm>
            <a:off x="502920" y="373989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7A368D-7366-4EBE-BFF2-E3CD222782EF}"/>
              </a:ext>
            </a:extLst>
          </p:cNvPr>
          <p:cNvSpPr>
            <a:spLocks noGrp="1"/>
          </p:cNvSpPr>
          <p:nvPr/>
        </p:nvSpPr>
        <p:spPr>
          <a:xfrm>
            <a:off x="530352" y="382219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for...of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405EDD-A260-42FD-8A43-E2B686C2F683}"/>
              </a:ext>
            </a:extLst>
          </p:cNvPr>
          <p:cNvSpPr>
            <a:spLocks noGrp="1"/>
          </p:cNvSpPr>
          <p:nvPr/>
        </p:nvSpPr>
        <p:spPr>
          <a:xfrm>
            <a:off x="2697480" y="373989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CCC956-223D-4368-9778-E5382299E115}"/>
              </a:ext>
            </a:extLst>
          </p:cNvPr>
          <p:cNvSpPr>
            <a:spLocks noGrp="1"/>
          </p:cNvSpPr>
          <p:nvPr/>
        </p:nvSpPr>
        <p:spPr>
          <a:xfrm>
            <a:off x="2724912" y="382219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Colección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3F8557-C9ED-4A56-869D-C928A65EC21B}"/>
              </a:ext>
            </a:extLst>
          </p:cNvPr>
          <p:cNvSpPr>
            <a:spLocks noGrp="1"/>
          </p:cNvSpPr>
          <p:nvPr/>
        </p:nvSpPr>
        <p:spPr>
          <a:xfrm>
            <a:off x="4892040" y="373989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BD111C-DD4A-45B8-868C-4C81D4729E74}"/>
              </a:ext>
            </a:extLst>
          </p:cNvPr>
          <p:cNvSpPr>
            <a:spLocks noGrp="1"/>
          </p:cNvSpPr>
          <p:nvPr/>
        </p:nvSpPr>
        <p:spPr>
          <a:xfrm>
            <a:off x="4919472" y="382219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Iterable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19949D-AFA1-4E4F-80B1-92F5BDAC5AD7}"/>
              </a:ext>
            </a:extLst>
          </p:cNvPr>
          <p:cNvSpPr>
            <a:spLocks noGrp="1"/>
          </p:cNvSpPr>
          <p:nvPr/>
        </p:nvSpPr>
        <p:spPr>
          <a:xfrm>
            <a:off x="7086599" y="373989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7519E7-4D0E-4D76-9FC8-7BE22121589F}"/>
              </a:ext>
            </a:extLst>
          </p:cNvPr>
          <p:cNvSpPr>
            <a:spLocks noGrp="1"/>
          </p:cNvSpPr>
          <p:nvPr/>
        </p:nvSpPr>
        <p:spPr>
          <a:xfrm>
            <a:off x="7114031" y="382219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break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7C886C-4E6B-4011-B10B-696909E71CDF}"/>
              </a:ext>
            </a:extLst>
          </p:cNvPr>
          <p:cNvSpPr>
            <a:spLocks noGrp="1"/>
          </p:cNvSpPr>
          <p:nvPr/>
        </p:nvSpPr>
        <p:spPr>
          <a:xfrm>
            <a:off x="9281160" y="373989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52A57E-39F3-41F4-9879-8EC4E2C9AFF5}"/>
              </a:ext>
            </a:extLst>
          </p:cNvPr>
          <p:cNvSpPr>
            <a:spLocks noGrp="1"/>
          </p:cNvSpPr>
          <p:nvPr/>
        </p:nvSpPr>
        <p:spPr>
          <a:xfrm>
            <a:off x="9308592" y="382219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Mutación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DCCE115-D252-404E-BD86-F06A356E8537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45039F-D886-420E-99BB-2459FAC5EB20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estructura correcta comunica por qué se repite o por qué se elige una ruta.</a:t>
            </a:r>
          </a:p>
        </p:txBody>
      </p:sp>
    </p:spTree>
    <p:extLst>
      <p:ext uri="{BB962C8B-B14F-4D97-AF65-F5344CB8AC3E}">
        <p14:creationId xmlns:p14="http://schemas.microsoft.com/office/powerpoint/2010/main" val="49384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A001B-C49E-4F30-984B-A45445EFFAF9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DCD3D-1734-439C-93B0-5FF684DB21AF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while con límite de seguridad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167DF-AD3B-4BCA-A822-9DFA491150C9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bucle abierto necesita progreso, corte máximo y respuesta ante fallo.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E3629A-22C7-4829-9362-142DF0B80EAF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98686-5458-48AB-96FB-96CF1829E71F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200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async function conectar(servicio)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intentos = 0;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conectado = false;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MAX_INTENTOS = 5;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while (!conectado &amp;&amp; intentos &lt; MAX_INTENTOS)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intentos += 1;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conectado = await servicio.intentar({ intento: intentos });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(!conectado)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await esperar(2 ** intentos * 100);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(!conectado)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throw new Error("Servicio no disponible");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{ conectado, intentos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7975B9-D6B3-4159-9675-E70B0ACD912F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44E89-74B5-42CD-9E97-495DC9EA7D0D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condición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330DB-1E21-4FD5-A612-D7C949F90D6E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controla repetición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A0BEF09D-31A8-41E2-B10A-FDEBE20C12DD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D4361-46A6-4B41-9C72-B7A15B995662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59108C-125D-4ECF-9562-676A16A9AAF6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progreso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EE542-E199-47E9-883C-1D7024E16054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incrementa intento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09731ACF-6DAD-46EA-9C65-CCB00B58D439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B22F8-E470-4BEE-BC64-EA771C91477D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8A416-7185-4BD2-AD56-4E2426DFC18F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backoff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EF2EB4-7A5B-4B89-9195-6D5D23AA0901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espera creciente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C0E15D79-F8AC-4389-AB08-BD8438794F9A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7EA677-5F47-4918-BEAC-B677615752DD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42CB3-44AF-458C-9662-0C75BF144662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límite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935DD-CF9E-4FCD-A43D-EB26B3995F38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evita infinito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78147F46-E4AE-4C96-B717-2DE03C2FABD1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1DB89D-4F24-42A6-AF4A-E06D9285C6CA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267A11-0188-4303-A20C-A2D4D70C63D3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Todo while de producción debe explicar cómo progresa y cómo termina.</a:t>
            </a:r>
          </a:p>
        </p:txBody>
      </p:sp>
    </p:spTree>
    <p:extLst>
      <p:ext uri="{BB962C8B-B14F-4D97-AF65-F5344CB8AC3E}">
        <p14:creationId xmlns:p14="http://schemas.microsoft.com/office/powerpoint/2010/main" val="54748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A0225-E9A5-4E7A-972C-2C95919F3CA5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9E851-164C-4484-A3C4-DD29D50732E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Iteración asíncrona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0F7D3-0FB0-4166-9587-0D95E3E60B37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for await...of consume flujos respetando orden y backpressure.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581306-113A-40D7-8118-D667BAE7090A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95DDD-92AB-44E0-96DB-12B2E1886839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3832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async function procesarFlujo(fuente)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procesados = 0;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errores = 0;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for await (const evento of fuente)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(evento.tipo === "HEARTBEAT")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continue;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try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await guardarEvento(evento);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procesados += 1;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 catch (error)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errores += 1;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registrarError(evento.id, error);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(procesados &gt;= 1000) break;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{ procesados, errores 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11CC3-FB19-4AD7-8BC4-ABF433FE1CD9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335B5-2938-4E80-8521-55E354AEA417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await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13E70-B160-4376-BC31-5130F4B44EBD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espera cada elemento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31776D92-FA66-4493-A33E-1FA57942FA1E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C772DA-0075-405E-8D9E-5CEDACC5750A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E350C-4FB0-4F30-83F6-1B0AFF0A8C3C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continue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C14A18-DCD9-45E2-9F79-ACFE21DAB5BE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omite ruido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83CD86BD-45E5-45C9-A5B0-6CB0A8378D3A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83F72-7A4D-458C-9D37-1C7960045B06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6EAC8-E9BC-4BAA-A0FB-C8FFD90F486C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try/catch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7E7725-42D0-49BF-A74F-8DCCC3E1E62A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aísla fallos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7062A12C-F736-409B-9FA2-A4074E65D646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6F619A-AE3B-4328-867E-99A1D41C5D4C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93F5A8-4C42-4C13-ABA3-28286F1DA87E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break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CE57F-01CB-4523-BCE9-FD0019E4C8C6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corte operativo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5C8667D9-B857-4985-A062-CECF233CBC07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D11B84-D2E2-4AAF-A66D-2CD6F5C0F308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C95F8A-1339-43F0-8E19-0BDCA041E3C9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iteración asíncrona permite procesar flujos sin cargar todos los datos en memoria.</a:t>
            </a:r>
          </a:p>
        </p:txBody>
      </p:sp>
    </p:spTree>
    <p:extLst>
      <p:ext uri="{BB962C8B-B14F-4D97-AF65-F5344CB8AC3E}">
        <p14:creationId xmlns:p14="http://schemas.microsoft.com/office/powerpoint/2010/main" val="134065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AB5561-A7D4-4027-8F0E-9E3CAD8DC5EC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3848C-B082-4AE3-A58B-46809488C95B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Procesamiento transaccional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B4EF4-BA1B-4A81-93CB-2061A137CC42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Cada iteración valida la operación antes de modificar el estado compartido.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CC9C78-D8DA-429D-9BE3-B22FDD02ACEF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F8786-75FD-48A1-9D53-8B6873FE3EA6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297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conciliar(stockInicial, movimientos)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stock = stockInicial;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auditoria = [];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for (const mov of movimientos)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(!Number.isInteger(mov.cantidad) || mov.cantidad &lt;= 0)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auditoria.push({ id: mov.id, estado: "RECHAZADO", motivo: "CANTIDAD" });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continue;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const delta = mov.tipo === "ENTRADA" ? mov.cantidad : -mov.cantidad;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(stock + delta &lt; 0)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auditoria.push({ id: mov.id, estado: "RECHAZADO", motivo: "STOCK" });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continue;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stock += delta;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auditoria.push({ id: mov.id, estado: "APLICADO", stock });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{ stock, auditoria 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3646D0-4892-4015-934A-770EEC0C277F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F345E-A5CF-4A45-9889-61451153E6CC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invariante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EC05F-D0BC-476C-B371-B530C4DDC66A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stock no negativo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2A014783-C6F4-44C7-9268-FB170318B072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1E6831-D571-4FBA-8867-16ED1B0B8E58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044930-CC53-41CF-A263-8117311F30AB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continue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25261-A3A4-4367-B281-EC86A6D8F5D4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rechazo aislado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A06762CA-BF6B-4592-9BA3-3FD55FC2A30F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A7BE4-9A4E-49E1-9E33-95F48B180D8D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B8737-61A0-4621-A9BD-D0748FEA10B7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delta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5B83BF-CFEE-44A1-A018-E7A796824D04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cambio calculado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11323CC5-EEF0-4BFA-A9C3-8BD1E36DB250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42DBDD-9EB3-4B8F-A789-13613BBA0E7D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FE4E1-5237-422A-ADDF-4470DD1D12D6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auditoría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AFF736-A452-4688-851A-F5D5B91C56BE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traza cada decisión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C1A0CF3C-D8B3-49FA-ABD6-8A9FD541586A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FF4780-56D6-423B-B19C-2A76D5A29D33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601EAF-5A55-45CB-A188-46F06AE550FC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Valida primero y compromete el cambio solo cuando la invariante se mantiene.</a:t>
            </a:r>
          </a:p>
        </p:txBody>
      </p:sp>
    </p:spTree>
    <p:extLst>
      <p:ext uri="{BB962C8B-B14F-4D97-AF65-F5344CB8AC3E}">
        <p14:creationId xmlns:p14="http://schemas.microsoft.com/office/powerpoint/2010/main" val="15487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0D13-5321-4802-8292-5000EFB95567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97161-C129-4EC1-9FCD-AF36263AD1A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Ciclo de una iteración segura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3404A-5300-477C-A904-C40B156A44E8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invariante se comprueba antes y después del cambio.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337B-B5EF-4D50-A71E-D8DC907C77D9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1208F-51F9-44C5-933E-99309A86974A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1975103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C4EC7-232E-4C83-8972-DB0E319BE970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Leer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CEE255C0-5006-4348-BAF8-E9BEF7970148}"/>
              </a:ext>
            </a:extLst>
          </p:cNvPr>
          <p:cNvSpPr>
            <a:spLocks noGrp="1"/>
          </p:cNvSpPr>
          <p:nvPr/>
        </p:nvSpPr>
        <p:spPr>
          <a:xfrm>
            <a:off x="2633472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3DD7AB-D12F-4BCD-AE66-47C890DBD435}"/>
              </a:ext>
            </a:extLst>
          </p:cNvPr>
          <p:cNvSpPr>
            <a:spLocks noGrp="1"/>
          </p:cNvSpPr>
          <p:nvPr/>
        </p:nvSpPr>
        <p:spPr>
          <a:xfrm>
            <a:off x="2816352" y="2148840"/>
            <a:ext cx="1975103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289AD-BAB4-42DA-8786-AB2994DA2334}"/>
              </a:ext>
            </a:extLst>
          </p:cNvPr>
          <p:cNvSpPr>
            <a:spLocks noGrp="1"/>
          </p:cNvSpPr>
          <p:nvPr/>
        </p:nvSpPr>
        <p:spPr>
          <a:xfrm>
            <a:off x="2862072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Validar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66E15CBD-4A1A-4E8A-81AF-DD9B9AB2D424}"/>
              </a:ext>
            </a:extLst>
          </p:cNvPr>
          <p:cNvSpPr>
            <a:spLocks noGrp="1"/>
          </p:cNvSpPr>
          <p:nvPr/>
        </p:nvSpPr>
        <p:spPr>
          <a:xfrm>
            <a:off x="4791456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A6A87A-F46B-475B-9C60-FED1BB92B5B4}"/>
              </a:ext>
            </a:extLst>
          </p:cNvPr>
          <p:cNvSpPr>
            <a:spLocks noGrp="1"/>
          </p:cNvSpPr>
          <p:nvPr/>
        </p:nvSpPr>
        <p:spPr>
          <a:xfrm>
            <a:off x="4974336" y="2148840"/>
            <a:ext cx="1975103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A7DEB-80C7-4C5B-9A4F-3DB10995F2B2}"/>
              </a:ext>
            </a:extLst>
          </p:cNvPr>
          <p:cNvSpPr>
            <a:spLocks noGrp="1"/>
          </p:cNvSpPr>
          <p:nvPr/>
        </p:nvSpPr>
        <p:spPr>
          <a:xfrm>
            <a:off x="5020055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Calcular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B4937EC0-3FFE-438D-B7CE-A1C677488AD5}"/>
              </a:ext>
            </a:extLst>
          </p:cNvPr>
          <p:cNvSpPr>
            <a:spLocks noGrp="1"/>
          </p:cNvSpPr>
          <p:nvPr/>
        </p:nvSpPr>
        <p:spPr>
          <a:xfrm>
            <a:off x="6949440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3CCF7C-58B1-4E7E-80BD-9F4516EF0D21}"/>
              </a:ext>
            </a:extLst>
          </p:cNvPr>
          <p:cNvSpPr>
            <a:spLocks noGrp="1"/>
          </p:cNvSpPr>
          <p:nvPr/>
        </p:nvSpPr>
        <p:spPr>
          <a:xfrm>
            <a:off x="7132319" y="2148840"/>
            <a:ext cx="1975103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B22852-7FB4-4ADF-A572-C256F36695EC}"/>
              </a:ext>
            </a:extLst>
          </p:cNvPr>
          <p:cNvSpPr>
            <a:spLocks noGrp="1"/>
          </p:cNvSpPr>
          <p:nvPr/>
        </p:nvSpPr>
        <p:spPr>
          <a:xfrm>
            <a:off x="7178039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Aplicar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6CE4AB12-DC69-4B14-819B-7BE783D95610}"/>
              </a:ext>
            </a:extLst>
          </p:cNvPr>
          <p:cNvSpPr>
            <a:spLocks noGrp="1"/>
          </p:cNvSpPr>
          <p:nvPr/>
        </p:nvSpPr>
        <p:spPr>
          <a:xfrm>
            <a:off x="9107424" y="2651760"/>
            <a:ext cx="182879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D08CCA-AA63-4879-A08F-BD3DB8553053}"/>
              </a:ext>
            </a:extLst>
          </p:cNvPr>
          <p:cNvSpPr>
            <a:spLocks noGrp="1"/>
          </p:cNvSpPr>
          <p:nvPr/>
        </p:nvSpPr>
        <p:spPr>
          <a:xfrm>
            <a:off x="9290303" y="2148840"/>
            <a:ext cx="1975103" cy="9875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F0855-186C-4589-BC60-BCB38802710C}"/>
              </a:ext>
            </a:extLst>
          </p:cNvPr>
          <p:cNvSpPr>
            <a:spLocks noGrp="1"/>
          </p:cNvSpPr>
          <p:nvPr/>
        </p:nvSpPr>
        <p:spPr>
          <a:xfrm>
            <a:off x="9336024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Registrar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E1762-85C5-482E-841F-454659A9D9FD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755647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32706D-EA85-48D1-BB56-1B0FB8B8634F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81E20D-A70A-44CC-A0A7-785724AF3851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continue descarta sin romper el proceso.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9D09FB-F819-453A-87C1-F05F50E40BFA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break termina cuando continuar ya no es seguro.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B0963-EE42-4044-B0E7-277145D52AA7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auditoría conserva el motivo de cada decisión.</a:t>
            </a:r>
          </a:p>
        </p:txBody>
      </p:sp>
    </p:spTree>
    <p:extLst>
      <p:ext uri="{BB962C8B-B14F-4D97-AF65-F5344CB8AC3E}">
        <p14:creationId xmlns:p14="http://schemas.microsoft.com/office/powerpoint/2010/main" val="38594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103470-03F0-4CAE-A316-3727447EB6CC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76CBB-1917-4C95-B6FA-B07867EB8B57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for vs while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181FF-2744-47D9-9200-0ED4502409B5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Cantidad conocida o condición dinámica.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24DEEE-EF3F-4AF4-B5E0-6C3A0D6FDF6C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453CD-FB69-4832-8452-64404F878E50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AB4A7-53BE-497D-ACC8-88265931E6DA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A5DD6-763F-4EC9-A11F-98D382C3A033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while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8F2D0-55A8-47A5-A66A-84676E04B7AD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Inicialización explícita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45CD-5DAF-488D-B402-F6AF1C9B4A21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Índice o contador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0FB8-C916-42BC-A664-BA50915967A6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Rango conocido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CA903-91DD-48B7-9744-3E6C39FA38D5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Actualización visible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7DBD6-D4A6-4443-AC95-D7980B7B2611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Condición de negocio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3BBD0E-12D0-4247-8222-24A023C15089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Reintentos o centinela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75F8F-126A-4795-805A-CA16A0AE068A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Cantidad desconocida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C8E50C-3768-48D7-A9B7-53C7D130E36D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Límite obligatorio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EA95AD-9305-4F99-B7CE-E63EE64ECCF9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EE216B-E1E4-4437-9E29-97D27D5F6878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Selecciona la estructura que mejor explica la condición de finalización.</a:t>
            </a:r>
          </a:p>
        </p:txBody>
      </p:sp>
    </p:spTree>
    <p:extLst>
      <p:ext uri="{BB962C8B-B14F-4D97-AF65-F5344CB8AC3E}">
        <p14:creationId xmlns:p14="http://schemas.microsoft.com/office/powerpoint/2010/main" val="97723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B9FA02-06A0-4EED-838E-4CA7A264547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FFE53-702C-4B40-A3A4-DAA9217D514B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Complejidad del recorrido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AB3AB-A188-4D87-A59A-00C00FDB0707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estructura de consulta cambia el costo.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7939B7-02AF-404D-9B6E-D43BA45E8C70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2374A-0D0A-4223-BF16-C671DD9384FF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C7B4B-947E-48B5-8BCB-42269E424890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Búsqueda anidada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D838A-9389-4672-A588-FBBB039DC64E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Índice con Set / Map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6D8C9-4D83-4E59-BCAC-9488A1B5FE67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Dos bucles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465F8-F72A-4631-BB78-18F01D93EF6E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Costo O(n × 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A33D6-87A6-48A3-BAED-70F91D3E4A79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Repite comparaciones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7862C3-FF40-48A0-856B-38B4DD61504E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Simple en datos pequeños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27851-5554-41E2-AA53-DE18F71F0E7C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Preparación O(m)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B4BED-895C-402C-8E30-FA69217120B6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Consulta cercana a O(1)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B7364-E975-4088-B547-02E9F77ACCF1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Total O(n + m)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1EA7E4-8E2B-416C-ABB0-CD994394330A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Mejor para volumen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9B779-8F39-4ED6-9F02-419F13BD552F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16E70E-A31D-4B2A-A62D-F5C4C82DD745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Optimizar comienza eligiendo una estructura de datos adecuada.</a:t>
            </a:r>
          </a:p>
        </p:txBody>
      </p:sp>
    </p:spTree>
    <p:extLst>
      <p:ext uri="{BB962C8B-B14F-4D97-AF65-F5344CB8AC3E}">
        <p14:creationId xmlns:p14="http://schemas.microsoft.com/office/powerpoint/2010/main" val="1805787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A58045-8D79-4C2E-86E3-957B26B4B655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5A398-C4E5-4718-A1C4-1B37386B1667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07E5A-6117-4CE8-9235-9A290098B2E0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E95C44-AF84-41DA-8807-63D83D98FC5B}"/>
              </a:ext>
            </a:extLst>
          </p:cNvPr>
          <p:cNvSpPr>
            <a:spLocks noGrp="1"/>
          </p:cNvSpPr>
          <p:nvPr/>
        </p:nvSpPr>
        <p:spPr>
          <a:xfrm>
            <a:off x="502920" y="2086356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1F8CA-8969-49EB-A426-207EB692D822}"/>
              </a:ext>
            </a:extLst>
          </p:cNvPr>
          <p:cNvSpPr>
            <a:spLocks noGrp="1"/>
          </p:cNvSpPr>
          <p:nvPr/>
        </p:nvSpPr>
        <p:spPr>
          <a:xfrm>
            <a:off x="704088" y="217779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Control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F82BD-179E-46F5-B52B-CA4B7451993E}"/>
              </a:ext>
            </a:extLst>
          </p:cNvPr>
          <p:cNvSpPr>
            <a:spLocks noGrp="1"/>
          </p:cNvSpPr>
          <p:nvPr/>
        </p:nvSpPr>
        <p:spPr>
          <a:xfrm>
            <a:off x="704088" y="2479548"/>
            <a:ext cx="7830312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https://developer.mozilla.org/docs/Web/JavaScript/Guide/Control_flow_and_error_handling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8FCB5-73AC-4E49-8E20-3F426F703A65}"/>
              </a:ext>
            </a:extLst>
          </p:cNvPr>
          <p:cNvSpPr>
            <a:spLocks noGrp="1"/>
          </p:cNvSpPr>
          <p:nvPr/>
        </p:nvSpPr>
        <p:spPr>
          <a:xfrm>
            <a:off x="6382512" y="2232659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Decisiones y errores.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6187E-16FD-48CA-9775-D6349EBA05ED}"/>
              </a:ext>
            </a:extLst>
          </p:cNvPr>
          <p:cNvSpPr>
            <a:spLocks noGrp="1"/>
          </p:cNvSpPr>
          <p:nvPr/>
        </p:nvSpPr>
        <p:spPr>
          <a:xfrm>
            <a:off x="502920" y="3019044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7E554-3E51-410A-BF34-EADC10083E0B}"/>
              </a:ext>
            </a:extLst>
          </p:cNvPr>
          <p:cNvSpPr>
            <a:spLocks noGrp="1"/>
          </p:cNvSpPr>
          <p:nvPr/>
        </p:nvSpPr>
        <p:spPr>
          <a:xfrm>
            <a:off x="704088" y="3110484"/>
            <a:ext cx="410388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MDN: Loops and iteration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60346-DE64-4E35-89C3-BA3C8A881C5E}"/>
              </a:ext>
            </a:extLst>
          </p:cNvPr>
          <p:cNvSpPr>
            <a:spLocks noGrp="1"/>
          </p:cNvSpPr>
          <p:nvPr/>
        </p:nvSpPr>
        <p:spPr>
          <a:xfrm>
            <a:off x="704088" y="3412236"/>
            <a:ext cx="6581614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https://developer.mozilla.org/docs/Web/JavaScript/Guide/Loops_and_iteration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645CE-D08C-4F6F-8359-F4D519DDA0AF}"/>
              </a:ext>
            </a:extLst>
          </p:cNvPr>
          <p:cNvSpPr>
            <a:spLocks noGrp="1"/>
          </p:cNvSpPr>
          <p:nvPr/>
        </p:nvSpPr>
        <p:spPr>
          <a:xfrm>
            <a:off x="6382512" y="316534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Bucles disponibles.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F6F36-33A1-44D2-84E9-9AB9B5A30D96}"/>
              </a:ext>
            </a:extLst>
          </p:cNvPr>
          <p:cNvSpPr>
            <a:spLocks noGrp="1"/>
          </p:cNvSpPr>
          <p:nvPr/>
        </p:nvSpPr>
        <p:spPr>
          <a:xfrm>
            <a:off x="502920" y="3951732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EE62B-FD97-4478-8EC5-805650539AE3}"/>
              </a:ext>
            </a:extLst>
          </p:cNvPr>
          <p:cNvSpPr>
            <a:spLocks noGrp="1"/>
          </p:cNvSpPr>
          <p:nvPr/>
        </p:nvSpPr>
        <p:spPr>
          <a:xfrm>
            <a:off x="704087" y="4043172"/>
            <a:ext cx="391707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JavaScript async iteration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F0574-8854-428B-AF0E-37A23CA40DC1}"/>
              </a:ext>
            </a:extLst>
          </p:cNvPr>
          <p:cNvSpPr>
            <a:spLocks noGrp="1"/>
          </p:cNvSpPr>
          <p:nvPr/>
        </p:nvSpPr>
        <p:spPr>
          <a:xfrm>
            <a:off x="704087" y="4344924"/>
            <a:ext cx="8174442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https://developer.mozilla.org/docs/Web/JavaScript/Reference/Statements/for-await...of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996831-F4F5-49DA-8FBC-3BD6E5067BBC}"/>
              </a:ext>
            </a:extLst>
          </p:cNvPr>
          <p:cNvSpPr>
            <a:spLocks noGrp="1"/>
          </p:cNvSpPr>
          <p:nvPr/>
        </p:nvSpPr>
        <p:spPr>
          <a:xfrm>
            <a:off x="6382512" y="4098036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Flujos asíncronos.</a:t>
            </a:r>
          </a:p>
        </p:txBody>
      </p:sp>
    </p:spTree>
    <p:extLst>
      <p:ext uri="{BB962C8B-B14F-4D97-AF65-F5344CB8AC3E}">
        <p14:creationId xmlns:p14="http://schemas.microsoft.com/office/powerpoint/2010/main" val="196095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EB9164-45B3-45F0-B2E8-A46F50EA1CEF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E6A47-7EA6-471B-B80A-0C7C19424F6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0F305-F3E0-4145-B147-7362811F564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Procesador de inventario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A762E-C91F-45A2-AA37-7D9924B41D98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6197D-1FEB-4281-9CBB-4D76E14B83E5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987552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Implementar un flujo transaccional con validación, auditoría y límites.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759E5-8DFA-4298-9381-16B45FBED121}"/>
              </a:ext>
            </a:extLst>
          </p:cNvPr>
          <p:cNvSpPr>
            <a:spLocks noGrp="1"/>
          </p:cNvSpPr>
          <p:nvPr/>
        </p:nvSpPr>
        <p:spPr>
          <a:xfrm>
            <a:off x="658368" y="251460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6356CA-D453-4333-807B-308E12ACC480}"/>
              </a:ext>
            </a:extLst>
          </p:cNvPr>
          <p:cNvSpPr>
            <a:spLocks noGrp="1"/>
          </p:cNvSpPr>
          <p:nvPr/>
        </p:nvSpPr>
        <p:spPr>
          <a:xfrm>
            <a:off x="685800" y="2880360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CF280-84D5-45FA-AEAA-53A13F31EC2F}"/>
              </a:ext>
            </a:extLst>
          </p:cNvPr>
          <p:cNvSpPr>
            <a:spLocks noGrp="1"/>
          </p:cNvSpPr>
          <p:nvPr/>
        </p:nvSpPr>
        <p:spPr>
          <a:xfrm>
            <a:off x="685800" y="29443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4503C-7F5D-4FB8-95AC-715C920890A4}"/>
              </a:ext>
            </a:extLst>
          </p:cNvPr>
          <p:cNvSpPr>
            <a:spLocks noGrp="1"/>
          </p:cNvSpPr>
          <p:nvPr/>
        </p:nvSpPr>
        <p:spPr>
          <a:xfrm>
            <a:off x="1325880" y="289864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Definir invariantes de stock.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C04887-4129-40A8-AEB3-0CF5D9AC57DB}"/>
              </a:ext>
            </a:extLst>
          </p:cNvPr>
          <p:cNvSpPr>
            <a:spLocks noGrp="1"/>
          </p:cNvSpPr>
          <p:nvPr/>
        </p:nvSpPr>
        <p:spPr>
          <a:xfrm>
            <a:off x="685800" y="3392424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2B726-5513-4950-BD25-934429C9261C}"/>
              </a:ext>
            </a:extLst>
          </p:cNvPr>
          <p:cNvSpPr>
            <a:spLocks noGrp="1"/>
          </p:cNvSpPr>
          <p:nvPr/>
        </p:nvSpPr>
        <p:spPr>
          <a:xfrm>
            <a:off x="685800" y="3456432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2FBB6-ECE0-4691-B00A-A7901D13268F}"/>
              </a:ext>
            </a:extLst>
          </p:cNvPr>
          <p:cNvSpPr>
            <a:spLocks noGrp="1"/>
          </p:cNvSpPr>
          <p:nvPr/>
        </p:nvSpPr>
        <p:spPr>
          <a:xfrm>
            <a:off x="1325880" y="34107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Validar movimientos y estados.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6425B3-37D2-49D3-A070-ED2CB0336650}"/>
              </a:ext>
            </a:extLst>
          </p:cNvPr>
          <p:cNvSpPr>
            <a:spLocks noGrp="1"/>
          </p:cNvSpPr>
          <p:nvPr/>
        </p:nvSpPr>
        <p:spPr>
          <a:xfrm>
            <a:off x="685800" y="3904487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F1A40-D3C5-4524-B96C-83A5B6357089}"/>
              </a:ext>
            </a:extLst>
          </p:cNvPr>
          <p:cNvSpPr>
            <a:spLocks noGrp="1"/>
          </p:cNvSpPr>
          <p:nvPr/>
        </p:nvSpPr>
        <p:spPr>
          <a:xfrm>
            <a:off x="685800" y="39684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94051-9718-41C6-86B0-462D72828DF1}"/>
              </a:ext>
            </a:extLst>
          </p:cNvPr>
          <p:cNvSpPr>
            <a:spLocks noGrp="1"/>
          </p:cNvSpPr>
          <p:nvPr/>
        </p:nvSpPr>
        <p:spPr>
          <a:xfrm>
            <a:off x="1325880" y="3922775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Aplicar continue y break.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2C001B-371B-46D9-9E2C-B38EC9709431}"/>
              </a:ext>
            </a:extLst>
          </p:cNvPr>
          <p:cNvSpPr>
            <a:spLocks noGrp="1"/>
          </p:cNvSpPr>
          <p:nvPr/>
        </p:nvSpPr>
        <p:spPr>
          <a:xfrm>
            <a:off x="685800" y="4416552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621A6B-8D09-446F-83CB-18975E52D7AE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593017-D232-4496-B531-01839D0EDFD2}"/>
              </a:ext>
            </a:extLst>
          </p:cNvPr>
          <p:cNvSpPr>
            <a:spLocks noGrp="1"/>
          </p:cNvSpPr>
          <p:nvPr/>
        </p:nvSpPr>
        <p:spPr>
          <a:xfrm>
            <a:off x="1325880" y="4434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Registrar cada decisión.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337212-A135-4E0E-9DE3-BEBCA4F89F8F}"/>
              </a:ext>
            </a:extLst>
          </p:cNvPr>
          <p:cNvSpPr>
            <a:spLocks noGrp="1"/>
          </p:cNvSpPr>
          <p:nvPr/>
        </p:nvSpPr>
        <p:spPr>
          <a:xfrm>
            <a:off x="685800" y="4928616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1B7D01-C585-4058-8D4A-44C5EBEEE911}"/>
              </a:ext>
            </a:extLst>
          </p:cNvPr>
          <p:cNvSpPr>
            <a:spLocks noGrp="1"/>
          </p:cNvSpPr>
          <p:nvPr/>
        </p:nvSpPr>
        <p:spPr>
          <a:xfrm>
            <a:off x="685800" y="49926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AF52FC-F373-4BBE-A078-5C1928A3B2B4}"/>
              </a:ext>
            </a:extLst>
          </p:cNvPr>
          <p:cNvSpPr>
            <a:spLocks noGrp="1"/>
          </p:cNvSpPr>
          <p:nvPr/>
        </p:nvSpPr>
        <p:spPr>
          <a:xfrm>
            <a:off x="1325880" y="494690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volumen y casos límite.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C53CC7-3393-4CB2-B17C-36DDE91E610E}"/>
              </a:ext>
            </a:extLst>
          </p:cNvPr>
          <p:cNvSpPr>
            <a:spLocks noGrp="1"/>
          </p:cNvSpPr>
          <p:nvPr/>
        </p:nvSpPr>
        <p:spPr>
          <a:xfrm>
            <a:off x="658368" y="5577840"/>
            <a:ext cx="7178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FC149E-CFE9-4D78-9EFC-01E212ACAF6A}"/>
              </a:ext>
            </a:extLst>
          </p:cNvPr>
          <p:cNvSpPr>
            <a:spLocks noGrp="1"/>
          </p:cNvSpPr>
          <p:nvPr/>
        </p:nvSpPr>
        <p:spPr>
          <a:xfrm>
            <a:off x="868680" y="5742432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procesador + auditoría + pruebas.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0D8EDE-5453-4F0F-A537-D49A6EDBDE1E}"/>
              </a:ext>
            </a:extLst>
          </p:cNvPr>
          <p:cNvSpPr>
            <a:spLocks noGrp="1"/>
          </p:cNvSpPr>
          <p:nvPr/>
        </p:nvSpPr>
        <p:spPr>
          <a:xfrm>
            <a:off x="8092440" y="5577840"/>
            <a:ext cx="269748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8FBAD5-2924-40CE-8361-FE717D381BEB}"/>
              </a:ext>
            </a:extLst>
          </p:cNvPr>
          <p:cNvSpPr>
            <a:spLocks noGrp="1"/>
          </p:cNvSpPr>
          <p:nvPr/>
        </p:nvSpPr>
        <p:spPr>
          <a:xfrm>
            <a:off x="8092440" y="5742432"/>
            <a:ext cx="269748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100 min</a:t>
            </a:r>
          </a:p>
        </p:txBody>
      </p:sp>
    </p:spTree>
    <p:extLst>
      <p:ext uri="{BB962C8B-B14F-4D97-AF65-F5344CB8AC3E}">
        <p14:creationId xmlns:p14="http://schemas.microsoft.com/office/powerpoint/2010/main" val="2033370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11FCF3-D46C-4EC1-AFEA-6CD51EF79CE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6AA3E-431A-4BB1-BC01-52A74D85A773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6BDCA-B12C-43C9-A746-3FC23A2077E2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84BC61-2CDF-48E3-AAB0-E4E6D0466202}"/>
              </a:ext>
            </a:extLst>
          </p:cNvPr>
          <p:cNvSpPr>
            <a:spLocks noGrp="1"/>
          </p:cNvSpPr>
          <p:nvPr/>
        </p:nvSpPr>
        <p:spPr>
          <a:xfrm>
            <a:off x="96012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98693-46E3-44D5-9A53-BA7556A90210}"/>
              </a:ext>
            </a:extLst>
          </p:cNvPr>
          <p:cNvSpPr>
            <a:spLocks noGrp="1"/>
          </p:cNvSpPr>
          <p:nvPr/>
        </p:nvSpPr>
        <p:spPr>
          <a:xfrm>
            <a:off x="96012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23D37-7FFC-4EBB-819C-CB1D029F8EE5}"/>
              </a:ext>
            </a:extLst>
          </p:cNvPr>
          <p:cNvSpPr>
            <a:spLocks noGrp="1"/>
          </p:cNvSpPr>
          <p:nvPr/>
        </p:nvSpPr>
        <p:spPr>
          <a:xfrm>
            <a:off x="1618488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una guard clause mejora el código?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DB855-CD03-48DB-B851-10AD798600E3}"/>
              </a:ext>
            </a:extLst>
          </p:cNvPr>
          <p:cNvSpPr>
            <a:spLocks noGrp="1"/>
          </p:cNvSpPr>
          <p:nvPr/>
        </p:nvSpPr>
        <p:spPr>
          <a:xfrm>
            <a:off x="626364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84730-A86B-4BE5-808C-6C9F54941EFD}"/>
              </a:ext>
            </a:extLst>
          </p:cNvPr>
          <p:cNvSpPr>
            <a:spLocks noGrp="1"/>
          </p:cNvSpPr>
          <p:nvPr/>
        </p:nvSpPr>
        <p:spPr>
          <a:xfrm>
            <a:off x="626364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6BFEB-BA5C-4A1B-91F0-90661175BCB5}"/>
              </a:ext>
            </a:extLst>
          </p:cNvPr>
          <p:cNvSpPr>
            <a:spLocks noGrp="1"/>
          </p:cNvSpPr>
          <p:nvPr/>
        </p:nvSpPr>
        <p:spPr>
          <a:xfrm>
            <a:off x="6922007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¿Cómo evitarías un bucle infinito?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81C23-B149-48D3-BC0B-168F7C0142A9}"/>
              </a:ext>
            </a:extLst>
          </p:cNvPr>
          <p:cNvSpPr>
            <a:spLocks noGrp="1"/>
          </p:cNvSpPr>
          <p:nvPr/>
        </p:nvSpPr>
        <p:spPr>
          <a:xfrm>
            <a:off x="96012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7889E-21FB-4F98-BEC4-A2BB37B736BD}"/>
              </a:ext>
            </a:extLst>
          </p:cNvPr>
          <p:cNvSpPr>
            <a:spLocks noGrp="1"/>
          </p:cNvSpPr>
          <p:nvPr/>
        </p:nvSpPr>
        <p:spPr>
          <a:xfrm>
            <a:off x="96012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A498B6-9CEF-43F7-911C-505321CE411E}"/>
              </a:ext>
            </a:extLst>
          </p:cNvPr>
          <p:cNvSpPr>
            <a:spLocks noGrp="1"/>
          </p:cNvSpPr>
          <p:nvPr/>
        </p:nvSpPr>
        <p:spPr>
          <a:xfrm>
            <a:off x="1618488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invariante protege el inventario?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9E9FD9-34C1-4F47-83DE-214C57BCCEAE}"/>
              </a:ext>
            </a:extLst>
          </p:cNvPr>
          <p:cNvSpPr>
            <a:spLocks noGrp="1"/>
          </p:cNvSpPr>
          <p:nvPr/>
        </p:nvSpPr>
        <p:spPr>
          <a:xfrm>
            <a:off x="626364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11B4C-C0B9-41A7-A89B-651B39EC6594}"/>
              </a:ext>
            </a:extLst>
          </p:cNvPr>
          <p:cNvSpPr>
            <a:spLocks noGrp="1"/>
          </p:cNvSpPr>
          <p:nvPr/>
        </p:nvSpPr>
        <p:spPr>
          <a:xfrm>
            <a:off x="626364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C890CB-C10D-45BA-B1BE-ED4CA9B7479C}"/>
              </a:ext>
            </a:extLst>
          </p:cNvPr>
          <p:cNvSpPr>
            <a:spLocks noGrp="1"/>
          </p:cNvSpPr>
          <p:nvPr/>
        </p:nvSpPr>
        <p:spPr>
          <a:xfrm>
            <a:off x="6922007" y="3502152"/>
            <a:ext cx="420624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usarías for await...of?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C3D84C-F2C1-496C-95C2-55CE17493C05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8AF74A-A0DF-4BF5-AF07-CCBD6094224F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El control de flujo seguro mantiene invariantes y deja evidencia de cada decisión.</a:t>
            </a:r>
          </a:p>
        </p:txBody>
      </p:sp>
    </p:spTree>
    <p:extLst>
      <p:ext uri="{BB962C8B-B14F-4D97-AF65-F5344CB8AC3E}">
        <p14:creationId xmlns:p14="http://schemas.microsoft.com/office/powerpoint/2010/main" val="67313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DocSecurity>0</DocSecurity>
  <PresentationFormat>Panorámica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Inche Ticlavilca Bernabe Daniel</cp:lastModifiedBy>
  <cp:revision>1</cp:revision>
  <dcterms:created xsi:type="dcterms:W3CDTF">2026-10-06T12:48:17Z</dcterms:created>
  <dcterms:modified xsi:type="dcterms:W3CDTF">2026-10-06T13:00:38Z</dcterms:modified>
</cp:coreProperties>
</file>