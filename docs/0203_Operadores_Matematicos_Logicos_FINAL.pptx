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467A-B5D8-4E63-AE19-FDE614F89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13715-4B30-4686-8DB8-636A22E99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7BD99-42E0-423A-ACAE-53EF897AE4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D3DE-E3FD-4A1B-9067-2D8C636DCA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26C2D-EA2B-4377-984D-A372E80DA7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62EE-C828-46C0-BD7A-00B8A722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CF6E-74BB-40B6-9997-6E1A9517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AC536-65FE-4A64-98FF-E37C086634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B0B94-6A37-4BF4-A552-59F676707E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BEC0A-6ED9-4DC3-A0DE-A77D78BE49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3471-2950-41E1-BA2E-F93CE1245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EA6BF-EAE3-415E-88EE-78133C1A2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79CC-E4FE-415F-8992-E4D82E50B8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4314E-DE57-4D20-9EC0-324CBEF39A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5E85F-BA2C-41EC-8AC3-B6F90D8125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1834-885B-4233-9F4C-A2D19EBE0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604D5-A3EA-441F-8776-8AF02D39F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ACA50-18B2-4F55-8F10-A7837C30B0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5AA07-0990-45FE-8DF2-1979FF4161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1696F-6135-499E-9D21-DF1C434A52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27968-19C9-47DB-B24F-53BB840BF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4B937-AC0A-4B37-9F0C-8C6C03BFE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80E86-D039-4FD6-89D2-2D4531C92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EE6DC-9352-4270-B828-01956FE3B97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F82D1-D44E-4B1D-8BC4-6D34C74D486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088F65-A711-4571-AAD8-4C078A8504A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1EA60-1438-48ED-927C-B30CF783B9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F93EC-F593-4B2C-9E06-974A181144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3C50E-371D-4B59-B295-0267D3D87A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2557-767A-4486-A003-B5BA5F10F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D84CE-E684-4B2D-9DFA-C7801DAF60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E36F2-CE0C-4A60-9CFF-8A9F4B72EE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043E9-3470-480C-ACA2-009D3F8125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8B32D-7B35-4E09-A5AB-8B9D35DE11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9319A-C638-4F4E-8EF4-459383BB84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2162A-99DF-41D3-B393-078D8F597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9AC3-8F40-437E-A04D-0016E66DF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10F17-09D5-42CA-AF67-C8730F6B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6F8BA-FD4F-4638-8DA2-DD821C196C6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E8966-4C81-44DB-A142-5D46F09FD2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4E6AA-F4D4-4626-BB1C-22CBFCD818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05796-3874-43B8-A74F-BD37E4DAFB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7E2C-0422-4F2A-B968-8479E2C8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7B2DD-81A5-4413-928D-47D9090387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AB6EA-08FB-4C48-8A30-6E0005CC89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88BFA-C41D-4047-8513-54F2CB4CFB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9C7E3-B871-4C7D-AD67-EA76F254FC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28FC0-59D3-4ECD-B910-9F0112F439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8CA55-0FDC-46B9-BD84-AE9CBF51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A7F91-92D8-478E-A59D-0DDD97E40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4B84F-C5B8-400D-8DBE-B29189AB22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A8562-813B-430F-9DE0-4E701183D5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3296F-7683-477E-A5FA-D0020E0CF7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92C4F-CFFB-4E7D-BF44-DE9F7528D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67079-BCB3-4DB7-8B6C-0F4555B43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3B2C-5142-47D7-902E-19F134D89D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93FD4-C81F-4A5B-8D06-5FA6F323C6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E8CF4-1FC8-48C1-8999-F7065FC216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85E65-B30B-4FC1-B8AE-9B4FC62B2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C7615-09BB-47A5-91C6-A2B498FC5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A3314-88E2-43EE-8466-9EF0FF8F6E0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9104-2175-4826-9AA3-5E9C62E9984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FBF6D-DB51-4C24-8C2F-81523610074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593A92-9EEA-4A2F-A31D-B81D6D2D8DFE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122FC-5403-4A17-8FB2-AEF749C225DE}"/>
              </a:ext>
            </a:extLst>
          </p:cNvPr>
          <p:cNvSpPr>
            <a:spLocks noGrp="1"/>
          </p:cNvSpPr>
          <p:nvPr/>
        </p:nvSpPr>
        <p:spPr>
          <a:xfrm>
            <a:off x="566928" y="13258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500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rPr sz="4200" b="1" dirty="0">
                <a:solidFill>
                  <a:srgbClr val="FFB000"/>
                </a:solidFill>
                <a:latin typeface="Arial"/>
                <a:ea typeface="Arial"/>
                <a:cs typeface="Arial"/>
              </a:rPr>
              <a:t>Tema 2.3 </a:t>
            </a:r>
            <a:r>
              <a:rPr sz="4200" b="1" dirty="0" err="1">
                <a:solidFill>
                  <a:srgbClr val="FFB000"/>
                </a:solidFill>
                <a:latin typeface="Arial"/>
                <a:ea typeface="Arial"/>
                <a:cs typeface="Arial"/>
              </a:rPr>
              <a:t>Operadores</a:t>
            </a:r>
            <a:r>
              <a:rPr sz="4200" b="1" dirty="0">
                <a:solidFill>
                  <a:srgbClr val="FFB000"/>
                </a:solidFill>
                <a:latin typeface="Arial"/>
                <a:ea typeface="Arial"/>
                <a:cs typeface="Arial"/>
              </a:rPr>
              <a:t> </a:t>
            </a:r>
            <a:r>
              <a:rPr sz="4200" b="1" dirty="0" err="1">
                <a:solidFill>
                  <a:srgbClr val="FFB000"/>
                </a:solidFill>
                <a:latin typeface="Arial"/>
                <a:ea typeface="Arial"/>
                <a:cs typeface="Arial"/>
              </a:rPr>
              <a:t>matemáticos</a:t>
            </a:r>
            <a:r>
              <a:rPr sz="4200" b="1" dirty="0">
                <a:solidFill>
                  <a:srgbClr val="FFB000"/>
                </a:solidFill>
                <a:latin typeface="Arial"/>
                <a:ea typeface="Arial"/>
                <a:cs typeface="Arial"/>
              </a:rPr>
              <a:t> y </a:t>
            </a:r>
            <a:r>
              <a:rPr sz="4200" b="1" dirty="0" err="1">
                <a:solidFill>
                  <a:srgbClr val="FFB000"/>
                </a:solidFill>
                <a:latin typeface="Arial"/>
                <a:ea typeface="Arial"/>
                <a:cs typeface="Arial"/>
              </a:rPr>
              <a:t>lógicos</a:t>
            </a:r>
            <a:endParaRPr sz="4200" b="1" dirty="0">
              <a:solidFill>
                <a:srgbClr val="FFB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7EAA9C-EC53-4849-9E21-804F3BCE5E93}"/>
              </a:ext>
            </a:extLst>
          </p:cNvPr>
          <p:cNvSpPr>
            <a:spLocks noGrp="1"/>
          </p:cNvSpPr>
          <p:nvPr/>
        </p:nvSpPr>
        <p:spPr>
          <a:xfrm>
            <a:off x="566928" y="27706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Precedencia, cortocircuito y expresiones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40A16-54C6-4CCE-ABA5-727DECDEF7DB}"/>
              </a:ext>
            </a:extLst>
          </p:cNvPr>
          <p:cNvSpPr>
            <a:spLocks noGrp="1"/>
          </p:cNvSpPr>
          <p:nvPr/>
        </p:nvSpPr>
        <p:spPr>
          <a:xfrm>
            <a:off x="566928" y="3429000"/>
            <a:ext cx="50292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Fundamentos de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F725E-FD46-4112-BB53-C383BBA55462}"/>
              </a:ext>
            </a:extLst>
          </p:cNvPr>
          <p:cNvSpPr>
            <a:spLocks noGrp="1"/>
          </p:cNvSpPr>
          <p:nvPr/>
        </p:nvSpPr>
        <p:spPr>
          <a:xfrm>
            <a:off x="566928" y="5212080"/>
            <a:ext cx="8961120" cy="57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Prof. Bernabé Daniel Inche Ticlavilca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93A0C-0369-4873-8D78-B12C6CEC923A}"/>
              </a:ext>
            </a:extLst>
          </p:cNvPr>
          <p:cNvSpPr>
            <a:spLocks noGrp="1"/>
          </p:cNvSpPr>
          <p:nvPr/>
        </p:nvSpPr>
        <p:spPr>
          <a:xfrm>
            <a:off x="566928" y="57150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Escuela de Tecnología – IDAT</a:t>
            </a:r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6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F93E55-1A19-4465-B042-259951AAE90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BBAEB0-C7F0-49DA-9D79-E28C1DF5286C}"/>
              </a:ext>
            </a:extLst>
          </p:cNvPr>
          <p:cNvSpPr>
            <a:spLocks noGrp="1"/>
          </p:cNvSpPr>
          <p:nvPr/>
        </p:nvSpPr>
        <p:spPr>
          <a:xfrm>
            <a:off x="1143000" y="1600200"/>
            <a:ext cx="9966960" cy="27203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Analizaremos operadores como productores de valores. La sesión profundiza en precedencia, igualdad, cortocircuito, coalescencia nula, encadenamiento opcional y banderas binarias.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2CD3B5-5721-4488-B9FA-65EB878CC905}"/>
              </a:ext>
            </a:extLst>
          </p:cNvPr>
          <p:cNvSpPr>
            <a:spLocks noGrp="1"/>
          </p:cNvSpPr>
          <p:nvPr/>
        </p:nvSpPr>
        <p:spPr>
          <a:xfrm>
            <a:off x="2150211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BD5D2-6185-456D-8805-D5403A992A04}"/>
              </a:ext>
            </a:extLst>
          </p:cNvPr>
          <p:cNvSpPr>
            <a:spLocks noGrp="1"/>
          </p:cNvSpPr>
          <p:nvPr/>
        </p:nvSpPr>
        <p:spPr>
          <a:xfrm>
            <a:off x="2150211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precedencia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A310B0-CC10-4F81-84E0-278E621F4BC6}"/>
              </a:ext>
            </a:extLst>
          </p:cNvPr>
          <p:cNvSpPr>
            <a:spLocks noGrp="1"/>
          </p:cNvSpPr>
          <p:nvPr/>
        </p:nvSpPr>
        <p:spPr>
          <a:xfrm>
            <a:off x="3768699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ADF57-CA87-4F54-BD5A-328566EC989A}"/>
              </a:ext>
            </a:extLst>
          </p:cNvPr>
          <p:cNvSpPr>
            <a:spLocks noGrp="1"/>
          </p:cNvSpPr>
          <p:nvPr/>
        </p:nvSpPr>
        <p:spPr>
          <a:xfrm>
            <a:off x="3768699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===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4A6094-3835-4AD7-A4EC-513F4E391F52}"/>
              </a:ext>
            </a:extLst>
          </p:cNvPr>
          <p:cNvSpPr>
            <a:spLocks noGrp="1"/>
          </p:cNvSpPr>
          <p:nvPr/>
        </p:nvSpPr>
        <p:spPr>
          <a:xfrm>
            <a:off x="5387187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82F0FE-64E4-4B84-9F3C-BFC63EDFED42}"/>
              </a:ext>
            </a:extLst>
          </p:cNvPr>
          <p:cNvSpPr>
            <a:spLocks noGrp="1"/>
          </p:cNvSpPr>
          <p:nvPr/>
        </p:nvSpPr>
        <p:spPr>
          <a:xfrm>
            <a:off x="5387187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&amp;&amp; / ||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B1F39B-4274-451A-A100-863109E3E712}"/>
              </a:ext>
            </a:extLst>
          </p:cNvPr>
          <p:cNvSpPr>
            <a:spLocks noGrp="1"/>
          </p:cNvSpPr>
          <p:nvPr/>
        </p:nvSpPr>
        <p:spPr>
          <a:xfrm>
            <a:off x="7005675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D069E-BC76-43E6-A31E-8B12D33BE32B}"/>
              </a:ext>
            </a:extLst>
          </p:cNvPr>
          <p:cNvSpPr>
            <a:spLocks noGrp="1"/>
          </p:cNvSpPr>
          <p:nvPr/>
        </p:nvSpPr>
        <p:spPr>
          <a:xfrm>
            <a:off x="7005675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??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2E3E6B8-3E2D-42A4-AA1D-14A012D97B77}"/>
              </a:ext>
            </a:extLst>
          </p:cNvPr>
          <p:cNvSpPr>
            <a:spLocks noGrp="1"/>
          </p:cNvSpPr>
          <p:nvPr/>
        </p:nvSpPr>
        <p:spPr>
          <a:xfrm>
            <a:off x="8624163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79A73-0023-4AEF-85EA-0F9457AEA75F}"/>
              </a:ext>
            </a:extLst>
          </p:cNvPr>
          <p:cNvSpPr>
            <a:spLocks noGrp="1"/>
          </p:cNvSpPr>
          <p:nvPr/>
        </p:nvSpPr>
        <p:spPr>
          <a:xfrm>
            <a:off x="8624163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bitwise</a:t>
            </a:r>
          </a:p>
        </p:txBody>
      </p:sp>
      <p:pic>
        <p:nvPicPr>
          <p:cNvPr id="27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34924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48AD09-A4F9-4CD0-83AE-07361DED3DF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FEF03-EF2B-4EF4-A5F4-263019EFEE1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Evaluación de una expresión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46E14-90FD-407D-B1E0-34D5DBAA7E68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Cada operador transforma o selecciona valores.</a:t>
            </a:r>
          </a:p>
        </p:txBody>
      </p:sp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D103C6-4E90-4351-90F3-87F2111B5A0A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C9FD94-FEEB-416A-BDAB-3366FC455BCE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2514600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7DBA2A-72E4-4F83-B6F9-4872D18D8024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Operandos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7DF3FD3E-10DE-4B82-B1AD-D1294200DE58}"/>
              </a:ext>
            </a:extLst>
          </p:cNvPr>
          <p:cNvSpPr>
            <a:spLocks noGrp="1"/>
          </p:cNvSpPr>
          <p:nvPr/>
        </p:nvSpPr>
        <p:spPr>
          <a:xfrm>
            <a:off x="317296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1945F7-AF62-4141-B344-476291F0621E}"/>
              </a:ext>
            </a:extLst>
          </p:cNvPr>
          <p:cNvSpPr>
            <a:spLocks noGrp="1"/>
          </p:cNvSpPr>
          <p:nvPr/>
        </p:nvSpPr>
        <p:spPr>
          <a:xfrm>
            <a:off x="3355848" y="2148840"/>
            <a:ext cx="2514600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A13C5C-B9C9-4CB1-8BFE-194223DD9DDC}"/>
              </a:ext>
            </a:extLst>
          </p:cNvPr>
          <p:cNvSpPr>
            <a:spLocks noGrp="1"/>
          </p:cNvSpPr>
          <p:nvPr/>
        </p:nvSpPr>
        <p:spPr>
          <a:xfrm>
            <a:off x="340156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Operador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713998BB-4780-4C3B-B510-B8DB976179F3}"/>
              </a:ext>
            </a:extLst>
          </p:cNvPr>
          <p:cNvSpPr>
            <a:spLocks noGrp="1"/>
          </p:cNvSpPr>
          <p:nvPr/>
        </p:nvSpPr>
        <p:spPr>
          <a:xfrm>
            <a:off x="587044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B4E12-BB06-40AB-B118-733EBBDD282A}"/>
              </a:ext>
            </a:extLst>
          </p:cNvPr>
          <p:cNvSpPr>
            <a:spLocks noGrp="1"/>
          </p:cNvSpPr>
          <p:nvPr/>
        </p:nvSpPr>
        <p:spPr>
          <a:xfrm>
            <a:off x="6053328" y="2148840"/>
            <a:ext cx="2514600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A2DDC-B2BE-46E7-B57A-1E2D0629F54F}"/>
              </a:ext>
            </a:extLst>
          </p:cNvPr>
          <p:cNvSpPr>
            <a:spLocks noGrp="1"/>
          </p:cNvSpPr>
          <p:nvPr/>
        </p:nvSpPr>
        <p:spPr>
          <a:xfrm>
            <a:off x="609904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Precedencia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9C15C13F-9375-42D3-A6C2-C0F6F68F77E0}"/>
              </a:ext>
            </a:extLst>
          </p:cNvPr>
          <p:cNvSpPr>
            <a:spLocks noGrp="1"/>
          </p:cNvSpPr>
          <p:nvPr/>
        </p:nvSpPr>
        <p:spPr>
          <a:xfrm>
            <a:off x="856792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FBA3FD-5E3E-4016-98DC-DAB3812FF9C7}"/>
              </a:ext>
            </a:extLst>
          </p:cNvPr>
          <p:cNvSpPr>
            <a:spLocks noGrp="1"/>
          </p:cNvSpPr>
          <p:nvPr/>
        </p:nvSpPr>
        <p:spPr>
          <a:xfrm>
            <a:off x="8750808" y="2148840"/>
            <a:ext cx="2514600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5403F-3E6A-4CEB-AC62-AA0DD4E14909}"/>
              </a:ext>
            </a:extLst>
          </p:cNvPr>
          <p:cNvSpPr>
            <a:spLocks noGrp="1"/>
          </p:cNvSpPr>
          <p:nvPr/>
        </p:nvSpPr>
        <p:spPr>
          <a:xfrm>
            <a:off x="879652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Resultado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0105CA-5411-4AAC-AD58-8DCD28BF1BF8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639037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CA54E-E54D-45EF-9642-DF879F228634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CFCD91-E44B-470E-A612-C7706F452534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Los paréntesis hacen explícita la intención.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E4A732-671A-490B-BBC8-8F98AD524FB1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Los operadores lógicos devuelven operandos.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223116-7196-456B-972F-09B6E3BFFB39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tipo del resultado depende del operador.</a:t>
            </a:r>
          </a:p>
        </p:txBody>
      </p:sp>
    </p:spTree>
    <p:extLst>
      <p:ext uri="{BB962C8B-B14F-4D97-AF65-F5344CB8AC3E}">
        <p14:creationId xmlns:p14="http://schemas.microsoft.com/office/powerpoint/2010/main" val="17782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4689C5-69B6-4D04-BAFC-1239F0AD4B7C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B3DBD-8C12-47F9-97DE-530688BFA1EC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Precedencia y cálculo financiero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E38DE-0834-40AA-8579-08B0A25370AE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Dos fórmulas parecidas pueden representar reglas distintas.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D67CA3-D85C-41CB-9DF1-F2D3073F0F7E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A33C1-4A58-41BE-8751-33AE7353AE9E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28041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base = 120;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tasa = 0.18;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descuento = 20;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totalA = base + base * tasa - descuento;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totalB = (base - descuento) * (1 + tasa);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base,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totalA: Number(totalA.toFixed(2)),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totalB: Number(totalB.toFixed(2)),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diferencia: Number((totalA - totalB).toFixed(2))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BF83E7-42BA-4109-8658-881DA5876F04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C0384-E9FB-46E0-BC32-BB31D25623A5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precedencia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2F0F0-8419-4D8F-8E65-71011ACC536F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* antes de +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15DF76D2-35C7-4352-AFD5-78F964DB583E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148845-2F05-4655-A83E-1F3AF1FAE1F4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18E3D3-1C10-4894-817A-9DA499D3771E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paréntesis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DFA27F-C576-4846-8607-5C417B4F482F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regla explícita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1BEF3809-278F-49D4-8572-0C5BF839883A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A307D7-6CFB-4754-93B5-804E4F7B9154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9D6A60-D479-424B-A9CB-B1E5CB2D777D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redondeo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41F5AD-C003-47B6-B727-B2E14F59EF26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solo al final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37B485E2-8A9B-4E5D-A420-1C2C9F6C10C2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77ACBC-F2DC-4E52-987A-E751D59FA1B8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4372D5-131F-464C-89D5-3A5E5C8296F0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auditoría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1D926A-8809-46CA-A39E-1E73F3A22016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comparar fórmulas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F872990D-DCC0-4BDB-930E-1802B6A23D3F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8E632-1497-4BAE-B90A-1E93E48412A0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9F294B-1DAB-408F-8C55-9B4FC9435FB6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Los paréntesis documentan la regla del negocio, no solo el orden matemático.</a:t>
            </a:r>
          </a:p>
        </p:txBody>
      </p:sp>
    </p:spTree>
    <p:extLst>
      <p:ext uri="{BB962C8B-B14F-4D97-AF65-F5344CB8AC3E}">
        <p14:creationId xmlns:p14="http://schemas.microsoft.com/office/powerpoint/2010/main" val="1195902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008D1F-1A17-42CA-BF89-740CC16AEE08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E10CE-8F4B-41F5-AA8D-F36F019A0A5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Módulo normalizado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1DEFE-2B7B-477E-A2B5-C39AAA6FCFD9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 residuo conserva el signo; los índices cíclicos necesitan normalización.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292B5A0-2077-48B0-81EA-3B51A729D970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B6543-35EE-44CB-86CD-A966ED53B878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30327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modulo(valor, base)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(!Number.isInteger(base) || base &lt;= 0)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throw new RangeError("Base positiva requerida");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2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((valor % base) + base) % base;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2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paginas = ["A", "B", "C", "D", "E"];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actual = 0;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anterior = modulo(actual - 1, paginas.length);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siguiente = modulo(actual + 1, paginas.length);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2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console.table({ anterior, actual, siguiente });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C8AEFF-05D0-4C65-905B-E6914977DFC6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4BDF8-5C82-442D-A750-3EE24585734F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70E5C-0201-40CA-97E5-1B9BD2CDC1A3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residuo con signo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A34C8EC1-66B0-4DDC-AD9F-A1D0180CB8A5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7248E5-0753-434F-A24A-91FD4D89DA63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503708-FEA4-4664-A836-32872C24D976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módulo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1EBE4-44ED-453F-8BE6-3798CB46A83C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rango 0..n-1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95A1D0EA-1DE8-4224-89C0-E49CA101D8C7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028719-358D-44A6-8EC3-C3B226F21FFE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8A66D-1D7D-4451-BA6D-5D6063AC7FE0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validación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0E8EDE-20F5-4825-9910-84328610A112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base positiva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763B0A8D-E736-40E7-948D-EB428612DE85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BE440C-87C4-41E1-BE2F-225686074074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248550-EB3A-4073-88F7-2B2DEE55FD5E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uso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6AB79F-5731-4B44-BA68-3FA00B05F903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navegación cíclica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052AD7EC-BC7D-4684-8B38-F9CCC0C4DCC7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B2B32-1DF4-4DED-9FCA-B4F117077881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8EDAB2-77C4-41E9-87F2-A3656B090C67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Residuo y módulo no son equivalentes cuando existen operandos negativos.</a:t>
            </a:r>
          </a:p>
        </p:txBody>
      </p:sp>
    </p:spTree>
    <p:extLst>
      <p:ext uri="{BB962C8B-B14F-4D97-AF65-F5344CB8AC3E}">
        <p14:creationId xmlns:p14="http://schemas.microsoft.com/office/powerpoint/2010/main" val="21086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5BA9CC-F7EE-47FF-8ECE-C41BB4E75B9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328B4-A641-4D75-BD00-C0A87AD4AA00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Operadores lógicos modernos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A6CBC5-D4CB-4AC6-8E3F-8AC5DB5BB080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Diferencias críticas en selección de valores.</a:t>
            </a:r>
          </a:p>
        </p:txBody>
      </p:sp>
      <p:pic>
        <p:nvPicPr>
          <p:cNvPr id="6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7D1F81-9181-4B34-9D91-1DE1C1C1711E}"/>
              </a:ext>
            </a:extLst>
          </p:cNvPr>
          <p:cNvSpPr>
            <a:spLocks noGrp="1"/>
          </p:cNvSpPr>
          <p:nvPr/>
        </p:nvSpPr>
        <p:spPr>
          <a:xfrm>
            <a:off x="548640" y="193548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32021-6B08-471F-BB14-E635E02DDAB3}"/>
              </a:ext>
            </a:extLst>
          </p:cNvPr>
          <p:cNvSpPr>
            <a:spLocks noGrp="1"/>
          </p:cNvSpPr>
          <p:nvPr/>
        </p:nvSpPr>
        <p:spPr>
          <a:xfrm>
            <a:off x="585216" y="205435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Operador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1BD77-1C4A-4EFB-BD21-9A111E69BFED}"/>
              </a:ext>
            </a:extLst>
          </p:cNvPr>
          <p:cNvSpPr>
            <a:spLocks noGrp="1"/>
          </p:cNvSpPr>
          <p:nvPr/>
        </p:nvSpPr>
        <p:spPr>
          <a:xfrm>
            <a:off x="2743200" y="193548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88BCE-CA10-4CAF-AA5F-3AE8DFF106D7}"/>
              </a:ext>
            </a:extLst>
          </p:cNvPr>
          <p:cNvSpPr>
            <a:spLocks noGrp="1"/>
          </p:cNvSpPr>
          <p:nvPr/>
        </p:nvSpPr>
        <p:spPr>
          <a:xfrm>
            <a:off x="2779776" y="205435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Condición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26426-D6C1-44E5-9702-63D18B40D262}"/>
              </a:ext>
            </a:extLst>
          </p:cNvPr>
          <p:cNvSpPr>
            <a:spLocks noGrp="1"/>
          </p:cNvSpPr>
          <p:nvPr/>
        </p:nvSpPr>
        <p:spPr>
          <a:xfrm>
            <a:off x="4937760" y="193548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F3577-B51F-425F-B9AB-83CD03D4FD6F}"/>
              </a:ext>
            </a:extLst>
          </p:cNvPr>
          <p:cNvSpPr>
            <a:spLocks noGrp="1"/>
          </p:cNvSpPr>
          <p:nvPr/>
        </p:nvSpPr>
        <p:spPr>
          <a:xfrm>
            <a:off x="4974336" y="205435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Devuelve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49E255-20CD-408B-98AC-4074DEB5DB7E}"/>
              </a:ext>
            </a:extLst>
          </p:cNvPr>
          <p:cNvSpPr>
            <a:spLocks noGrp="1"/>
          </p:cNvSpPr>
          <p:nvPr/>
        </p:nvSpPr>
        <p:spPr>
          <a:xfrm>
            <a:off x="7132319" y="193548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8797C8-99A0-45F2-A656-98E9B47425C6}"/>
              </a:ext>
            </a:extLst>
          </p:cNvPr>
          <p:cNvSpPr>
            <a:spLocks noGrp="1"/>
          </p:cNvSpPr>
          <p:nvPr/>
        </p:nvSpPr>
        <p:spPr>
          <a:xfrm>
            <a:off x="7168895" y="205435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Preserva 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EDA6A4-7FB6-4A91-917E-25D00ED89D64}"/>
              </a:ext>
            </a:extLst>
          </p:cNvPr>
          <p:cNvSpPr>
            <a:spLocks noGrp="1"/>
          </p:cNvSpPr>
          <p:nvPr/>
        </p:nvSpPr>
        <p:spPr>
          <a:xfrm>
            <a:off x="9326880" y="1935480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477176-8C68-471F-91D3-7EDE06962CD0}"/>
              </a:ext>
            </a:extLst>
          </p:cNvPr>
          <p:cNvSpPr>
            <a:spLocks noGrp="1"/>
          </p:cNvSpPr>
          <p:nvPr/>
        </p:nvSpPr>
        <p:spPr>
          <a:xfrm>
            <a:off x="9363456" y="205435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7505DA-D293-4A15-8CC1-29C30224F1A3}"/>
              </a:ext>
            </a:extLst>
          </p:cNvPr>
          <p:cNvSpPr>
            <a:spLocks noGrp="1"/>
          </p:cNvSpPr>
          <p:nvPr/>
        </p:nvSpPr>
        <p:spPr>
          <a:xfrm>
            <a:off x="548640" y="2438400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FDA5BF-BA95-44BE-9E23-276D880A9C8F}"/>
              </a:ext>
            </a:extLst>
          </p:cNvPr>
          <p:cNvSpPr>
            <a:spLocks noGrp="1"/>
          </p:cNvSpPr>
          <p:nvPr/>
        </p:nvSpPr>
        <p:spPr>
          <a:xfrm>
            <a:off x="576072" y="2520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&amp;&amp;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2EA640-4FDD-4F78-8532-319569DD8E12}"/>
              </a:ext>
            </a:extLst>
          </p:cNvPr>
          <p:cNvSpPr>
            <a:spLocks noGrp="1"/>
          </p:cNvSpPr>
          <p:nvPr/>
        </p:nvSpPr>
        <p:spPr>
          <a:xfrm>
            <a:off x="2743200" y="243840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F7C1FA-CD83-408F-94CF-A1937F19F89C}"/>
              </a:ext>
            </a:extLst>
          </p:cNvPr>
          <p:cNvSpPr>
            <a:spLocks noGrp="1"/>
          </p:cNvSpPr>
          <p:nvPr/>
        </p:nvSpPr>
        <p:spPr>
          <a:xfrm>
            <a:off x="2770632" y="2520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truthy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0F7FFC-79DA-4A3F-B05E-599411C4E575}"/>
              </a:ext>
            </a:extLst>
          </p:cNvPr>
          <p:cNvSpPr>
            <a:spLocks noGrp="1"/>
          </p:cNvSpPr>
          <p:nvPr/>
        </p:nvSpPr>
        <p:spPr>
          <a:xfrm>
            <a:off x="4937760" y="243840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C22638-80E2-4650-BFC0-CA6901CDEC28}"/>
              </a:ext>
            </a:extLst>
          </p:cNvPr>
          <p:cNvSpPr>
            <a:spLocks noGrp="1"/>
          </p:cNvSpPr>
          <p:nvPr/>
        </p:nvSpPr>
        <p:spPr>
          <a:xfrm>
            <a:off x="4965192" y="2520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primer falsy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67A45F-E35D-4042-8F37-11B18F043C22}"/>
              </a:ext>
            </a:extLst>
          </p:cNvPr>
          <p:cNvSpPr>
            <a:spLocks noGrp="1"/>
          </p:cNvSpPr>
          <p:nvPr/>
        </p:nvSpPr>
        <p:spPr>
          <a:xfrm>
            <a:off x="7132319" y="243840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BD582-9F3D-4C73-9BF0-4B13C95C701A}"/>
              </a:ext>
            </a:extLst>
          </p:cNvPr>
          <p:cNvSpPr>
            <a:spLocks noGrp="1"/>
          </p:cNvSpPr>
          <p:nvPr/>
        </p:nvSpPr>
        <p:spPr>
          <a:xfrm>
            <a:off x="7159751" y="2520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8284FE-58B1-4637-B039-4C8F93B09AB9}"/>
              </a:ext>
            </a:extLst>
          </p:cNvPr>
          <p:cNvSpPr>
            <a:spLocks noGrp="1"/>
          </p:cNvSpPr>
          <p:nvPr/>
        </p:nvSpPr>
        <p:spPr>
          <a:xfrm>
            <a:off x="9326880" y="243840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022B36-54EC-4B46-AE3A-E3AB6BC7AE10}"/>
              </a:ext>
            </a:extLst>
          </p:cNvPr>
          <p:cNvSpPr>
            <a:spLocks noGrp="1"/>
          </p:cNvSpPr>
          <p:nvPr/>
        </p:nvSpPr>
        <p:spPr>
          <a:xfrm>
            <a:off x="9354312" y="2520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Requisito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6146A9-D28E-4749-8D77-755A515CAC58}"/>
              </a:ext>
            </a:extLst>
          </p:cNvPr>
          <p:cNvSpPr>
            <a:spLocks noGrp="1"/>
          </p:cNvSpPr>
          <p:nvPr/>
        </p:nvSpPr>
        <p:spPr>
          <a:xfrm>
            <a:off x="548640" y="2968752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EB8138-1589-4A37-B72D-60311A93C826}"/>
              </a:ext>
            </a:extLst>
          </p:cNvPr>
          <p:cNvSpPr>
            <a:spLocks noGrp="1"/>
          </p:cNvSpPr>
          <p:nvPr/>
        </p:nvSpPr>
        <p:spPr>
          <a:xfrm>
            <a:off x="576072" y="305104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||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81E89F-63A2-48B6-AF21-817F7A6E0052}"/>
              </a:ext>
            </a:extLst>
          </p:cNvPr>
          <p:cNvSpPr>
            <a:spLocks noGrp="1"/>
          </p:cNvSpPr>
          <p:nvPr/>
        </p:nvSpPr>
        <p:spPr>
          <a:xfrm>
            <a:off x="2743200" y="296875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75389C-A15E-45E1-8589-B6DD3912AB13}"/>
              </a:ext>
            </a:extLst>
          </p:cNvPr>
          <p:cNvSpPr>
            <a:spLocks noGrp="1"/>
          </p:cNvSpPr>
          <p:nvPr/>
        </p:nvSpPr>
        <p:spPr>
          <a:xfrm>
            <a:off x="2770632" y="305104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falsy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786405-B8F1-4405-96D2-CDA914E4BA1D}"/>
              </a:ext>
            </a:extLst>
          </p:cNvPr>
          <p:cNvSpPr>
            <a:spLocks noGrp="1"/>
          </p:cNvSpPr>
          <p:nvPr/>
        </p:nvSpPr>
        <p:spPr>
          <a:xfrm>
            <a:off x="4937760" y="296875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00BDB3-3DB5-420B-B43B-BCD903073350}"/>
              </a:ext>
            </a:extLst>
          </p:cNvPr>
          <p:cNvSpPr>
            <a:spLocks noGrp="1"/>
          </p:cNvSpPr>
          <p:nvPr/>
        </p:nvSpPr>
        <p:spPr>
          <a:xfrm>
            <a:off x="4965192" y="305104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primer truthy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DFE06E-EFAB-4CB6-9978-D39D93F98397}"/>
              </a:ext>
            </a:extLst>
          </p:cNvPr>
          <p:cNvSpPr>
            <a:spLocks noGrp="1"/>
          </p:cNvSpPr>
          <p:nvPr/>
        </p:nvSpPr>
        <p:spPr>
          <a:xfrm>
            <a:off x="7132319" y="296875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3D75BF-0CFD-4DB3-B043-B75B83A8194F}"/>
              </a:ext>
            </a:extLst>
          </p:cNvPr>
          <p:cNvSpPr>
            <a:spLocks noGrp="1"/>
          </p:cNvSpPr>
          <p:nvPr/>
        </p:nvSpPr>
        <p:spPr>
          <a:xfrm>
            <a:off x="7159751" y="305104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675D3-7180-402A-B414-6DC1B788F777}"/>
              </a:ext>
            </a:extLst>
          </p:cNvPr>
          <p:cNvSpPr>
            <a:spLocks noGrp="1"/>
          </p:cNvSpPr>
          <p:nvPr/>
        </p:nvSpPr>
        <p:spPr>
          <a:xfrm>
            <a:off x="9326880" y="2968752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08999D-9A14-4429-B9BB-8D23377B63AB}"/>
              </a:ext>
            </a:extLst>
          </p:cNvPr>
          <p:cNvSpPr>
            <a:spLocks noGrp="1"/>
          </p:cNvSpPr>
          <p:nvPr/>
        </p:nvSpPr>
        <p:spPr>
          <a:xfrm>
            <a:off x="9354312" y="3051048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Fallback general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015DB-4A70-49CF-B380-6C1D31F6858C}"/>
              </a:ext>
            </a:extLst>
          </p:cNvPr>
          <p:cNvSpPr>
            <a:spLocks noGrp="1"/>
          </p:cNvSpPr>
          <p:nvPr/>
        </p:nvSpPr>
        <p:spPr>
          <a:xfrm>
            <a:off x="548640" y="3499104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972FC2-0901-4F8B-A232-2A7AF8410A72}"/>
              </a:ext>
            </a:extLst>
          </p:cNvPr>
          <p:cNvSpPr>
            <a:spLocks noGrp="1"/>
          </p:cNvSpPr>
          <p:nvPr/>
        </p:nvSpPr>
        <p:spPr>
          <a:xfrm>
            <a:off x="576072" y="358140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??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533013-F2E5-4654-9231-5ADF6479C209}"/>
              </a:ext>
            </a:extLst>
          </p:cNvPr>
          <p:cNvSpPr>
            <a:spLocks noGrp="1"/>
          </p:cNvSpPr>
          <p:nvPr/>
        </p:nvSpPr>
        <p:spPr>
          <a:xfrm>
            <a:off x="2743200" y="3499104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8A6AD8-CA53-4BF7-8B8F-BE2A158343BC}"/>
              </a:ext>
            </a:extLst>
          </p:cNvPr>
          <p:cNvSpPr>
            <a:spLocks noGrp="1"/>
          </p:cNvSpPr>
          <p:nvPr/>
        </p:nvSpPr>
        <p:spPr>
          <a:xfrm>
            <a:off x="2770632" y="358140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null / undefined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7107B0-0FC0-4EB5-BEDC-A65A7F9251DF}"/>
              </a:ext>
            </a:extLst>
          </p:cNvPr>
          <p:cNvSpPr>
            <a:spLocks noGrp="1"/>
          </p:cNvSpPr>
          <p:nvPr/>
        </p:nvSpPr>
        <p:spPr>
          <a:xfrm>
            <a:off x="4937760" y="3499104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1D97B6-23E1-4612-B2EF-6E5606398B6A}"/>
              </a:ext>
            </a:extLst>
          </p:cNvPr>
          <p:cNvSpPr>
            <a:spLocks noGrp="1"/>
          </p:cNvSpPr>
          <p:nvPr/>
        </p:nvSpPr>
        <p:spPr>
          <a:xfrm>
            <a:off x="4965192" y="358140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alternativo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9A1590-D326-49D7-956D-01016DE9FE57}"/>
              </a:ext>
            </a:extLst>
          </p:cNvPr>
          <p:cNvSpPr>
            <a:spLocks noGrp="1"/>
          </p:cNvSpPr>
          <p:nvPr/>
        </p:nvSpPr>
        <p:spPr>
          <a:xfrm>
            <a:off x="7132319" y="3499104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F5F5F5-99FE-4E49-949A-940209FE6D4E}"/>
              </a:ext>
            </a:extLst>
          </p:cNvPr>
          <p:cNvSpPr>
            <a:spLocks noGrp="1"/>
          </p:cNvSpPr>
          <p:nvPr/>
        </p:nvSpPr>
        <p:spPr>
          <a:xfrm>
            <a:off x="7159751" y="358140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61836ED-692D-4D3E-BAA0-F3AD003E1BC9}"/>
              </a:ext>
            </a:extLst>
          </p:cNvPr>
          <p:cNvSpPr>
            <a:spLocks noGrp="1"/>
          </p:cNvSpPr>
          <p:nvPr/>
        </p:nvSpPr>
        <p:spPr>
          <a:xfrm>
            <a:off x="9326880" y="3499104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B72914-0A2C-458E-9D58-454B71958EA2}"/>
              </a:ext>
            </a:extLst>
          </p:cNvPr>
          <p:cNvSpPr>
            <a:spLocks noGrp="1"/>
          </p:cNvSpPr>
          <p:nvPr/>
        </p:nvSpPr>
        <p:spPr>
          <a:xfrm>
            <a:off x="9354312" y="3581400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Default seguro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7BA5979-C4BE-4698-BB69-0FE5EE5152AD}"/>
              </a:ext>
            </a:extLst>
          </p:cNvPr>
          <p:cNvSpPr>
            <a:spLocks noGrp="1"/>
          </p:cNvSpPr>
          <p:nvPr/>
        </p:nvSpPr>
        <p:spPr>
          <a:xfrm>
            <a:off x="548640" y="402945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1C4C6C-AEDB-46D5-A722-7F1BA7D6080B}"/>
              </a:ext>
            </a:extLst>
          </p:cNvPr>
          <p:cNvSpPr>
            <a:spLocks noGrp="1"/>
          </p:cNvSpPr>
          <p:nvPr/>
        </p:nvSpPr>
        <p:spPr>
          <a:xfrm>
            <a:off x="576072" y="411175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?.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BA4496C-36CC-4A60-B5EE-1B51C44FFCF1}"/>
              </a:ext>
            </a:extLst>
          </p:cNvPr>
          <p:cNvSpPr>
            <a:spLocks noGrp="1"/>
          </p:cNvSpPr>
          <p:nvPr/>
        </p:nvSpPr>
        <p:spPr>
          <a:xfrm>
            <a:off x="2743200" y="4029456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66F07C-053E-4AE4-8104-846A7B7866EA}"/>
              </a:ext>
            </a:extLst>
          </p:cNvPr>
          <p:cNvSpPr>
            <a:spLocks noGrp="1"/>
          </p:cNvSpPr>
          <p:nvPr/>
        </p:nvSpPr>
        <p:spPr>
          <a:xfrm>
            <a:off x="2770632" y="411175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null / undefined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14904CF-BB8A-4D30-879D-95840881557C}"/>
              </a:ext>
            </a:extLst>
          </p:cNvPr>
          <p:cNvSpPr>
            <a:spLocks noGrp="1"/>
          </p:cNvSpPr>
          <p:nvPr/>
        </p:nvSpPr>
        <p:spPr>
          <a:xfrm>
            <a:off x="4937760" y="402945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BA0A6E-451A-47DE-84F3-EE45C42ECC3C}"/>
              </a:ext>
            </a:extLst>
          </p:cNvPr>
          <p:cNvSpPr>
            <a:spLocks noGrp="1"/>
          </p:cNvSpPr>
          <p:nvPr/>
        </p:nvSpPr>
        <p:spPr>
          <a:xfrm>
            <a:off x="4965192" y="411175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undefined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1ABBCB-1099-4254-9064-0F094D81168A}"/>
              </a:ext>
            </a:extLst>
          </p:cNvPr>
          <p:cNvSpPr>
            <a:spLocks noGrp="1"/>
          </p:cNvSpPr>
          <p:nvPr/>
        </p:nvSpPr>
        <p:spPr>
          <a:xfrm>
            <a:off x="7132319" y="402945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C26802-63B1-4530-851B-5C2D27706D51}"/>
              </a:ext>
            </a:extLst>
          </p:cNvPr>
          <p:cNvSpPr>
            <a:spLocks noGrp="1"/>
          </p:cNvSpPr>
          <p:nvPr/>
        </p:nvSpPr>
        <p:spPr>
          <a:xfrm>
            <a:off x="7159751" y="411175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3113A6-C633-4B1C-AF98-B0A5663191F8}"/>
              </a:ext>
            </a:extLst>
          </p:cNvPr>
          <p:cNvSpPr>
            <a:spLocks noGrp="1"/>
          </p:cNvSpPr>
          <p:nvPr/>
        </p:nvSpPr>
        <p:spPr>
          <a:xfrm>
            <a:off x="9326880" y="4029456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B31BCFF-7336-4EB2-96DA-9E61AEE3AC8E}"/>
              </a:ext>
            </a:extLst>
          </p:cNvPr>
          <p:cNvSpPr>
            <a:spLocks noGrp="1"/>
          </p:cNvSpPr>
          <p:nvPr/>
        </p:nvSpPr>
        <p:spPr>
          <a:xfrm>
            <a:off x="9354312" y="4111751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Ruta opcional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593BDBD-F060-4329-8F82-6D5416AAF579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9894AE-D3B0-4043-9B52-7EBBA9D64A37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Los operadores lógicos seleccionan valores; conviértelos a boolean si ese es el contrato.</a:t>
            </a:r>
          </a:p>
        </p:txBody>
      </p:sp>
    </p:spTree>
    <p:extLst>
      <p:ext uri="{BB962C8B-B14F-4D97-AF65-F5344CB8AC3E}">
        <p14:creationId xmlns:p14="http://schemas.microsoft.com/office/powerpoint/2010/main" val="21419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10E666-1496-4A28-BA37-5C3194B247D2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10241-DEDF-4381-AB20-41D5AB43BB3A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Igualdad y valores especiales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51E8D-7E1B-4E92-9F39-9A7E108B1B22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Object.is distingue NaN y cero negativo donde === tiene otra semántica.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BB8726-95BD-4B8C-A03D-D01F339AB326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36999-955C-4DDA-8CCC-65239141087B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5385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casos = [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[NaN, NaN],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[0, -0],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[5, "5"],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[{ id: 1 }, { id: 1 }]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];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resultado = casos.map(([a, b]) =&gt; ({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a: String(a),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b: String(b),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estricta: a === b,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objectIs: Object.is(a, b)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}));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console.table(resultado);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8EFC52-2435-49D2-86C4-631DF3C3FAE8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1E631-533A-4BE6-89D1-A145372CA748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===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4D83D-C68B-4175-994B-0DD076673541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valor + tipo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5AE4445A-DD21-4181-B888-E7033DDDBB3C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B11A40-6B1B-49AD-9563-2EF17B99501E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6A3B2B-6366-4AE6-818F-11CCF3AAB757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Object.is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C427E1-F831-4EC9-A59F-255CD9EB15DE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NaN y -0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F8599061-4903-49D7-A7FB-25CBDD3C067D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E8693-BCFA-4AD8-BECD-D8A053F9A52D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176280-7D60-4E4D-8577-A50AACBFCB64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B40990-8F88-49F4-BD5B-AE6B56301B99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identidad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F26D6118-77A8-46C7-B8E0-C5BD683BDB5D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A799B-D63C-40A4-93FF-99A3166EEF73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63334D-3CFB-4489-88E6-1CCA24860F88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==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7FFC6-3398-42C4-872B-033BE547F9C8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coerción implícita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238382A1-E88E-4343-8283-E04FD0A78BEE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30F25D-5D72-4E80-96E1-9D571AB35719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642EDD-9079-425F-BA4B-57F533A57AB2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comparación correcta depende del significado de igualdad en el dominio.</a:t>
            </a:r>
          </a:p>
        </p:txBody>
      </p:sp>
    </p:spTree>
    <p:extLst>
      <p:ext uri="{BB962C8B-B14F-4D97-AF65-F5344CB8AC3E}">
        <p14:creationId xmlns:p14="http://schemas.microsoft.com/office/powerpoint/2010/main" val="70473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517841-9C95-4F8F-AD14-9783F188A95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AEF0E-537A-430D-8040-7A7F6ABA1B18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Cortocircuito y coalescencia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F9427-D1C1-4D69-A8BA-81A27320C9BF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|| reemplaza falsy; ?? reemplaza solo null o undefined.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A0FF444-5AEB-4B1F-B79A-C4A4F10A613D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C47A9-5E26-44C1-9686-81944DA60F03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6300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respuesta =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maxIntentos: 0,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alias: "",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habilitado: false,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tema: null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config =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maxIntentos: respuesta.maxIntentos ?? 3,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alias: respuesta.alias ?? "Invitado",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habilitado: respuesta.habilitado ?? true,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tema: respuesta.tema ?? "claro"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6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console.table(config);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185631-658F-4DC2-8FA3-DB101F99CEDB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68233-7D56-4C78-B82B-8ACDB9F88264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&amp;&amp;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06C1A-F96D-4709-9F41-B29141CE464B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primer falsy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622E40EC-398D-49FF-A42F-AF13053FAEF6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3A7EF0-CF52-4D77-A1E4-CA6598F70B71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FE9605-85BF-4E74-A642-F09B14C042EF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||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A42D18-6F52-40EF-ABB3-ADFC0BD1203D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primer truthy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FDC01D02-4457-4E91-8B2C-925AABFCC24C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3899E-59AD-4F4B-BC7E-8889265E1393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E47146-5D1A-4D33-A08E-B43C14FB5F70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??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0D54AA-3367-4DED-9157-1E6D9C88B456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solo nullish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59039C6C-C90C-4716-BFAF-992360CC9F39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D56C6-6B40-4A96-893C-1F691DDA67F3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C87088-8DF2-4AAA-9DAB-132CE0D1EC66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default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FFCBB9-20B7-4094-8566-4D35D756D665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preserva 0 y false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ED1BE6E2-9372-45DC-BD59-93F77B5B5D2A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53FEBE-8BFF-44C4-A708-EE3A471E74D9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A4131D-5EA4-49A1-A801-68CC09FE040C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Usa ?? cuando cero, false o cadena vacía son valores válidos.</a:t>
            </a:r>
          </a:p>
        </p:txBody>
      </p:sp>
    </p:spTree>
    <p:extLst>
      <p:ext uri="{BB962C8B-B14F-4D97-AF65-F5344CB8AC3E}">
        <p14:creationId xmlns:p14="http://schemas.microsoft.com/office/powerpoint/2010/main" val="206602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1790B-DD1D-4B2D-9259-DB3CD628A383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AD321-19F2-4FDC-881C-9246851B9484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Banderas binarias de permisos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06B43-727C-41C8-963B-F59BA1E29BB9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Los operadores bit a bit combinan estados compactos de 32 bits.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EA7A8C-E7C4-4C64-BFFD-461A7F61481E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D6319-1F0A-4D4E-98F3-2B28A303CD83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43585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LEER = 1 &lt;&lt; 0;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EDITAR = 1 &lt;&lt; 1;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ELIMINAR = 1 &lt;&lt; 2;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PUBLICAR = 1 &lt;&lt; 3;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let permisos = LEER | EDITAR | PUBLICAR;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tiene = bandera =&gt;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(permisos &amp; bandera) === bandera;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permisos &amp;= ~EDITAR;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permisos |= ELIMINAR;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leer: tiene(LEER),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editar: tiene(EDITAR),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eliminar: tiene(ELIMINAR),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publicar: tiene(PUBLICAR)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B3B38-5359-436C-BC77-779A9150A0B8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DF77F-46F3-41A1-AB88-F797505B3722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|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D699F-689B-4356-873C-5530F6ACD4A5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agrega banderas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F7DAEA18-E47D-4F12-8BC7-A9F60A6DEE83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C9486-9B90-4119-AEE7-27986F6E78A4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E9CF9-2C0A-4EA7-9227-E7AF35F3F765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&amp;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BAA006-A023-4B1E-8C27-6DDE9D63238F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comprueba permiso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1BEE9B9C-AB73-4E76-A202-F3D2049E4718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DBF327-9AD1-4AF3-8248-79739659B32B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A7467-420E-4EA9-98F1-9CA415615131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~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624669-ADAB-4750-A0E4-D63B3A7916B5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invierte máscara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80E2F154-3F6E-4C1C-BA7D-D065575908E8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A2B813-9460-4FC8-9B29-6E6EED02F484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987DB3-3552-4F7F-B44E-42D242FE2BE6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&lt;&lt;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ADECBD-FA86-4F55-99A0-A6F6001E59B5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define posición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0FD63DC4-DB6F-4866-B96E-5A74840AB17C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A5A644-B01D-46C0-80B3-B253D5781966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564994-7091-4AB9-B4A4-507995C4EC3D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Las máscaras son útiles si el equipo documenta claramente cada bandera.</a:t>
            </a:r>
          </a:p>
        </p:txBody>
      </p:sp>
    </p:spTree>
    <p:extLst>
      <p:ext uri="{BB962C8B-B14F-4D97-AF65-F5344CB8AC3E}">
        <p14:creationId xmlns:p14="http://schemas.microsoft.com/office/powerpoint/2010/main" val="195270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F4BC77-11C8-4813-A038-F601C5218F5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EBDA4-994A-4741-89C7-5875FE84B6D0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Motor de autorización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5CA93-78F1-430F-B1A3-05F4625F52D4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Descomponer la regla mejora auditoría y pruebas.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977B8E-F8C5-43D8-97A4-FCE289E9C5FC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C1F113-571C-40FB-84C9-CEE9EF25654D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1975103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DC37E-796A-4B8D-BD27-F7613DA45369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Cuenta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9AE0723A-C088-4757-977C-8FFDDBBDDE94}"/>
              </a:ext>
            </a:extLst>
          </p:cNvPr>
          <p:cNvSpPr>
            <a:spLocks noGrp="1"/>
          </p:cNvSpPr>
          <p:nvPr/>
        </p:nvSpPr>
        <p:spPr>
          <a:xfrm>
            <a:off x="2633472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90299D-CDAD-4A9A-B3DF-7FCA07FA2F99}"/>
              </a:ext>
            </a:extLst>
          </p:cNvPr>
          <p:cNvSpPr>
            <a:spLocks noGrp="1"/>
          </p:cNvSpPr>
          <p:nvPr/>
        </p:nvSpPr>
        <p:spPr>
          <a:xfrm>
            <a:off x="2816352" y="2148840"/>
            <a:ext cx="1975103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41A38-3EAB-4831-9C88-A280FC57B2CE}"/>
              </a:ext>
            </a:extLst>
          </p:cNvPr>
          <p:cNvSpPr>
            <a:spLocks noGrp="1"/>
          </p:cNvSpPr>
          <p:nvPr/>
        </p:nvSpPr>
        <p:spPr>
          <a:xfrm>
            <a:off x="2862072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Rol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98B412FE-F9B5-49BF-9544-2CCD17F5D493}"/>
              </a:ext>
            </a:extLst>
          </p:cNvPr>
          <p:cNvSpPr>
            <a:spLocks noGrp="1"/>
          </p:cNvSpPr>
          <p:nvPr/>
        </p:nvSpPr>
        <p:spPr>
          <a:xfrm>
            <a:off x="4791456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7DB22C-5387-4B0D-9710-16EA504D0E59}"/>
              </a:ext>
            </a:extLst>
          </p:cNvPr>
          <p:cNvSpPr>
            <a:spLocks noGrp="1"/>
          </p:cNvSpPr>
          <p:nvPr/>
        </p:nvSpPr>
        <p:spPr>
          <a:xfrm>
            <a:off x="4974336" y="2148840"/>
            <a:ext cx="1975103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9D1EA7-3451-40CD-8C15-064F984881D7}"/>
              </a:ext>
            </a:extLst>
          </p:cNvPr>
          <p:cNvSpPr>
            <a:spLocks noGrp="1"/>
          </p:cNvSpPr>
          <p:nvPr/>
        </p:nvSpPr>
        <p:spPr>
          <a:xfrm>
            <a:off x="5020055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Propiedad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64C38D01-381C-4A4B-85DC-E00564E92CC8}"/>
              </a:ext>
            </a:extLst>
          </p:cNvPr>
          <p:cNvSpPr>
            <a:spLocks noGrp="1"/>
          </p:cNvSpPr>
          <p:nvPr/>
        </p:nvSpPr>
        <p:spPr>
          <a:xfrm>
            <a:off x="6949440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FDFCA9-A958-4076-A210-C90AE58DEA6F}"/>
              </a:ext>
            </a:extLst>
          </p:cNvPr>
          <p:cNvSpPr>
            <a:spLocks noGrp="1"/>
          </p:cNvSpPr>
          <p:nvPr/>
        </p:nvSpPr>
        <p:spPr>
          <a:xfrm>
            <a:off x="7132319" y="2148840"/>
            <a:ext cx="1975103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F0489-7B74-4974-87B8-B757CC760887}"/>
              </a:ext>
            </a:extLst>
          </p:cNvPr>
          <p:cNvSpPr>
            <a:spLocks noGrp="1"/>
          </p:cNvSpPr>
          <p:nvPr/>
        </p:nvSpPr>
        <p:spPr>
          <a:xfrm>
            <a:off x="7178039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MFA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AEB09572-C06C-4D69-A453-B6FF6F937B78}"/>
              </a:ext>
            </a:extLst>
          </p:cNvPr>
          <p:cNvSpPr>
            <a:spLocks noGrp="1"/>
          </p:cNvSpPr>
          <p:nvPr/>
        </p:nvSpPr>
        <p:spPr>
          <a:xfrm>
            <a:off x="9107424" y="2651760"/>
            <a:ext cx="182879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CE6033-D08A-44C5-A7C7-F566231807ED}"/>
              </a:ext>
            </a:extLst>
          </p:cNvPr>
          <p:cNvSpPr>
            <a:spLocks noGrp="1"/>
          </p:cNvSpPr>
          <p:nvPr/>
        </p:nvSpPr>
        <p:spPr>
          <a:xfrm>
            <a:off x="9290303" y="2148840"/>
            <a:ext cx="1975103" cy="9875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28A11B-5CC5-484A-8885-134AEDFCD2DC}"/>
              </a:ext>
            </a:extLst>
          </p:cNvPr>
          <p:cNvSpPr>
            <a:spLocks noGrp="1"/>
          </p:cNvSpPr>
          <p:nvPr/>
        </p:nvSpPr>
        <p:spPr>
          <a:xfrm>
            <a:off x="9336024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Acceso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B176E-0C0F-4D98-813C-2FADBAC44F58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755649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D8BB3A-DFDA-4421-9DFD-19E2BFE1A926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C7F1E9-5EEB-49A3-A1C5-DD544A3DC4D2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Cada subregla debe tener nombre.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59421C-9BE7-43E1-A7AE-1B3074D70486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Los paréntesis delimitan alternativas.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086E40-B3E4-4A6D-A0E1-F01719132261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resultado final debe ser booleano explícito.</a:t>
            </a:r>
          </a:p>
        </p:txBody>
      </p:sp>
    </p:spTree>
    <p:extLst>
      <p:ext uri="{BB962C8B-B14F-4D97-AF65-F5344CB8AC3E}">
        <p14:creationId xmlns:p14="http://schemas.microsoft.com/office/powerpoint/2010/main" val="68059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D8B6A5-62DD-4E88-B35E-AEA75790115B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F7900-8069-4390-B1CC-EC6924A20EE8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|| frente a 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D83E85-A084-460E-BC5A-567C993A9698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Fallback general o ausencia estricta.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00C2173-3EF7-46C2-9029-7BFA145C9CE8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93DC48-5F44-4DF6-902D-12AC4A4120B7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188BA-DBCC-4D5E-9501-7D6CCC20B824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OR lógico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7BC467-9CF7-4E34-9581-C441C8C00129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Coalescencia nula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640F9-339C-4876-A441-825C5D8B6890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Reemplaza cualquier falsy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570A5-0B73-4396-AE88-4EFF5CD81B2A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Cambia 0 y 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E0E2C-A14C-439A-959A-7ADF2B65573D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Útil para presencia truthy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4775A-068D-4521-8EFF-D6F360B396E1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Puede perder datos válidos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F76C3D-EE2C-4FB9-AFBE-6CDF1217B554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Solo null o undefined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3ADAF-0292-462A-85D6-B8A2D971E720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Conserva 0 y false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5CDA9-D351-449F-9E2F-6EAE1E558FD7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Útil para valores por defecto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603E6B-2FFF-4523-B078-D90E7BDC388A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Contrato más preciso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EA669A-E500-41CC-931D-75703BA12320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B8871B-364B-4EB6-805D-77D5252F728B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diferencia se vuelve crítica en configuración, formularios y paginación.</a:t>
            </a:r>
          </a:p>
        </p:txBody>
      </p:sp>
    </p:spTree>
    <p:extLst>
      <p:ext uri="{BB962C8B-B14F-4D97-AF65-F5344CB8AC3E}">
        <p14:creationId xmlns:p14="http://schemas.microsoft.com/office/powerpoint/2010/main" val="197472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E258E5-3ED4-43EA-87FB-723748DC5611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77E21-0753-4D2B-9115-F4D8A7D996CE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Expresiones mantenibles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ED617-C1EE-4965-96E5-BB33C805DE75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Reducir complejidad accidental en reglas largas.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630B11-7786-4506-AB02-E2294FB03B83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D94C90-2235-4D0B-BDB0-14E0ACAEFE67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5C8A9-6C29-4363-96DD-9C9FDC7E5382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Evitar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B800C-AB17-4092-9932-56EE96E207AC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Preferir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7CF816-0B8F-4589-932D-0106998B3E03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Ternarios profundamente anidados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6C557-2222-4418-AE01-D6E05B9D8881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Incrementos dentro de fórmulas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3F968-FFD2-495C-AC38-4B4C8CADDB23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Coerción con ==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45DCA3-24EF-4903-913D-473E72E2CCA0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Condiciones sin nombre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23075F-39EC-4038-8192-15FBECECF4E3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Constantes booleanas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F1C9E-1F9D-4965-B378-EB769083B233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Paréntesis explícitos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E28043-A763-4384-80BB-58104E0BBAE7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=== y Object.is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21D223-0C2D-4F7B-A947-6A8AA03A0591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Pruebas de frontera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915DD4-AD5B-425A-8A17-FF38D81DE707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5D5932-7989-44C0-8B58-303ED92174E3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expresión más corta no siempre es la más clara ni la más segura.</a:t>
            </a:r>
          </a:p>
        </p:txBody>
      </p:sp>
    </p:spTree>
    <p:extLst>
      <p:ext uri="{BB962C8B-B14F-4D97-AF65-F5344CB8AC3E}">
        <p14:creationId xmlns:p14="http://schemas.microsoft.com/office/powerpoint/2010/main" val="1434094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ED629A-EF8D-4BC8-BE4A-48C8534AFEBE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8D17E-AC31-41CA-869B-9C053C35260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Recursos para profundizar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4D38E-5AC0-4D39-8E64-7F15A049754E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Documentación oficial recomendada para continuar después de clase</a:t>
            </a:r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09B3EB-5289-4E15-BF1B-9B392C934C3A}"/>
              </a:ext>
            </a:extLst>
          </p:cNvPr>
          <p:cNvSpPr>
            <a:spLocks noGrp="1"/>
          </p:cNvSpPr>
          <p:nvPr/>
        </p:nvSpPr>
        <p:spPr>
          <a:xfrm>
            <a:off x="502920" y="1901952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B9729-58CE-4312-AEB2-40EBB5EAFFAE}"/>
              </a:ext>
            </a:extLst>
          </p:cNvPr>
          <p:cNvSpPr>
            <a:spLocks noGrp="1"/>
          </p:cNvSpPr>
          <p:nvPr/>
        </p:nvSpPr>
        <p:spPr>
          <a:xfrm>
            <a:off x="704087" y="1993392"/>
            <a:ext cx="465449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MDN: Expressions and operators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75F13-2EE2-47F9-AD14-03CFC73E07DD}"/>
              </a:ext>
            </a:extLst>
          </p:cNvPr>
          <p:cNvSpPr>
            <a:spLocks noGrp="1"/>
          </p:cNvSpPr>
          <p:nvPr/>
        </p:nvSpPr>
        <p:spPr>
          <a:xfrm>
            <a:off x="704088" y="2295144"/>
            <a:ext cx="6217822" cy="432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https://developer.mozilla.org/docs/Web/JavaScript/Guide/Expressions_and_operators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DFAED4-75EB-46C8-A466-7E8EC035685F}"/>
              </a:ext>
            </a:extLst>
          </p:cNvPr>
          <p:cNvSpPr>
            <a:spLocks noGrp="1"/>
          </p:cNvSpPr>
          <p:nvPr/>
        </p:nvSpPr>
        <p:spPr>
          <a:xfrm>
            <a:off x="6382512" y="2048255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Referencia de operadores.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D21D13-AC8E-4C94-8E1B-4673CE3B5725}"/>
              </a:ext>
            </a:extLst>
          </p:cNvPr>
          <p:cNvSpPr>
            <a:spLocks noGrp="1"/>
          </p:cNvSpPr>
          <p:nvPr/>
        </p:nvSpPr>
        <p:spPr>
          <a:xfrm>
            <a:off x="502920" y="2834640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BE7B4F-8EC5-484B-82CD-CB532DA247EC}"/>
              </a:ext>
            </a:extLst>
          </p:cNvPr>
          <p:cNvSpPr>
            <a:spLocks noGrp="1"/>
          </p:cNvSpPr>
          <p:nvPr/>
        </p:nvSpPr>
        <p:spPr>
          <a:xfrm>
            <a:off x="704088" y="2926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ECMAScript Operators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BFB53-8A53-44BC-9D2F-8A9ACCFDBE3D}"/>
              </a:ext>
            </a:extLst>
          </p:cNvPr>
          <p:cNvSpPr>
            <a:spLocks noGrp="1"/>
          </p:cNvSpPr>
          <p:nvPr/>
        </p:nvSpPr>
        <p:spPr>
          <a:xfrm>
            <a:off x="704088" y="3227832"/>
            <a:ext cx="5486400" cy="262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https://tc39.es/ecma262/#sec-ecmascript-language-expressions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E8CA2F-35E9-4ECF-8C8F-55CE87E896A5}"/>
              </a:ext>
            </a:extLst>
          </p:cNvPr>
          <p:cNvSpPr>
            <a:spLocks noGrp="1"/>
          </p:cNvSpPr>
          <p:nvPr/>
        </p:nvSpPr>
        <p:spPr>
          <a:xfrm>
            <a:off x="6382512" y="2980944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Semántica formal.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30055-41EC-4BB8-A193-AF8EE15E75DD}"/>
              </a:ext>
            </a:extLst>
          </p:cNvPr>
          <p:cNvSpPr>
            <a:spLocks noGrp="1"/>
          </p:cNvSpPr>
          <p:nvPr/>
        </p:nvSpPr>
        <p:spPr>
          <a:xfrm>
            <a:off x="502920" y="3767328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4362C-3AEA-4C16-B108-504DD9BAF8B3}"/>
              </a:ext>
            </a:extLst>
          </p:cNvPr>
          <p:cNvSpPr>
            <a:spLocks noGrp="1"/>
          </p:cNvSpPr>
          <p:nvPr/>
        </p:nvSpPr>
        <p:spPr>
          <a:xfrm>
            <a:off x="704088" y="3858768"/>
            <a:ext cx="3858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JavaScript Equality Table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761C4-F146-4062-A65B-D34E992442E3}"/>
              </a:ext>
            </a:extLst>
          </p:cNvPr>
          <p:cNvSpPr>
            <a:spLocks noGrp="1"/>
          </p:cNvSpPr>
          <p:nvPr/>
        </p:nvSpPr>
        <p:spPr>
          <a:xfrm>
            <a:off x="704088" y="4160520"/>
            <a:ext cx="7230544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https://developer.mozilla.org/docs/Web/JavaScript/Equality_comparisons_and_sameness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A0C52-D93B-44ED-8EAC-70AC980FFFAB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Modelos de igualdad.</a:t>
            </a:r>
          </a:p>
        </p:txBody>
      </p:sp>
    </p:spTree>
    <p:extLst>
      <p:ext uri="{BB962C8B-B14F-4D97-AF65-F5344CB8AC3E}">
        <p14:creationId xmlns:p14="http://schemas.microsoft.com/office/powerpoint/2010/main" val="104339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0DBAE-95B3-4E7F-8819-5CF8BC3F3338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433335-8831-451A-805F-1EECA13725C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Actividad Complementaria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9D573-391A-4A24-AFC3-E675811D2289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Motor de tarifas y permisos</a:t>
            </a:r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A20C3A-C4E4-4D6D-A248-6375ED8995F3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Objetivo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5C320-23D0-41D9-B943-025FBACEA95B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987552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Construir reglas matemáticas y lógicas auditables sin sentencias condicionales.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CC1A98-085A-4AC8-B8FB-E453683B024A}"/>
              </a:ext>
            </a:extLst>
          </p:cNvPr>
          <p:cNvSpPr>
            <a:spLocks noGrp="1"/>
          </p:cNvSpPr>
          <p:nvPr/>
        </p:nvSpPr>
        <p:spPr>
          <a:xfrm>
            <a:off x="658368" y="251460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Pasos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BC6237-6826-4CBD-8850-70A5D2D5F62F}"/>
              </a:ext>
            </a:extLst>
          </p:cNvPr>
          <p:cNvSpPr>
            <a:spLocks noGrp="1"/>
          </p:cNvSpPr>
          <p:nvPr/>
        </p:nvSpPr>
        <p:spPr>
          <a:xfrm>
            <a:off x="685800" y="2880360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AAF50-75D5-491C-BFDC-BAA47777E3AE}"/>
              </a:ext>
            </a:extLst>
          </p:cNvPr>
          <p:cNvSpPr>
            <a:spLocks noGrp="1"/>
          </p:cNvSpPr>
          <p:nvPr/>
        </p:nvSpPr>
        <p:spPr>
          <a:xfrm>
            <a:off x="685800" y="294436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D4A76A-BBDA-428D-8B18-A8E8F2C7F145}"/>
              </a:ext>
            </a:extLst>
          </p:cNvPr>
          <p:cNvSpPr>
            <a:spLocks noGrp="1"/>
          </p:cNvSpPr>
          <p:nvPr/>
        </p:nvSpPr>
        <p:spPr>
          <a:xfrm>
            <a:off x="1325880" y="289864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Definir operandos y unidades.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0E725E-0E61-4470-B1D0-CA76FD6A755C}"/>
              </a:ext>
            </a:extLst>
          </p:cNvPr>
          <p:cNvSpPr>
            <a:spLocks noGrp="1"/>
          </p:cNvSpPr>
          <p:nvPr/>
        </p:nvSpPr>
        <p:spPr>
          <a:xfrm>
            <a:off x="685800" y="3392424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A5658-3824-45E4-89AB-24BEE546CEEA}"/>
              </a:ext>
            </a:extLst>
          </p:cNvPr>
          <p:cNvSpPr>
            <a:spLocks noGrp="1"/>
          </p:cNvSpPr>
          <p:nvPr/>
        </p:nvSpPr>
        <p:spPr>
          <a:xfrm>
            <a:off x="685800" y="3456432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1548DE-FF42-484D-BB77-C19D58C86FCB}"/>
              </a:ext>
            </a:extLst>
          </p:cNvPr>
          <p:cNvSpPr>
            <a:spLocks noGrp="1"/>
          </p:cNvSpPr>
          <p:nvPr/>
        </p:nvSpPr>
        <p:spPr>
          <a:xfrm>
            <a:off x="1325880" y="341071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Separar subreglas booleanas.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40561C-F9F9-45E5-AE94-488DEB795468}"/>
              </a:ext>
            </a:extLst>
          </p:cNvPr>
          <p:cNvSpPr>
            <a:spLocks noGrp="1"/>
          </p:cNvSpPr>
          <p:nvPr/>
        </p:nvSpPr>
        <p:spPr>
          <a:xfrm>
            <a:off x="685800" y="3904487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5E5D7A-4612-4B02-8927-D56CCBF0E0BE}"/>
              </a:ext>
            </a:extLst>
          </p:cNvPr>
          <p:cNvSpPr>
            <a:spLocks noGrp="1"/>
          </p:cNvSpPr>
          <p:nvPr/>
        </p:nvSpPr>
        <p:spPr>
          <a:xfrm>
            <a:off x="685800" y="39684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5EB1A0-2729-46AF-8F56-C036585052FD}"/>
              </a:ext>
            </a:extLst>
          </p:cNvPr>
          <p:cNvSpPr>
            <a:spLocks noGrp="1"/>
          </p:cNvSpPr>
          <p:nvPr/>
        </p:nvSpPr>
        <p:spPr>
          <a:xfrm>
            <a:off x="1325880" y="3922775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Aplicar ?? y ?. correctamente.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39F066-CCD0-4006-AE17-972F35797158}"/>
              </a:ext>
            </a:extLst>
          </p:cNvPr>
          <p:cNvSpPr>
            <a:spLocks noGrp="1"/>
          </p:cNvSpPr>
          <p:nvPr/>
        </p:nvSpPr>
        <p:spPr>
          <a:xfrm>
            <a:off x="685800" y="4416552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BC9818-6A8C-4A6B-ABB9-3F7442FCDB30}"/>
              </a:ext>
            </a:extLst>
          </p:cNvPr>
          <p:cNvSpPr>
            <a:spLocks noGrp="1"/>
          </p:cNvSpPr>
          <p:nvPr/>
        </p:nvSpPr>
        <p:spPr>
          <a:xfrm>
            <a:off x="685800" y="448056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45B40A-82C6-4474-8D1A-F67A4856A6D4}"/>
              </a:ext>
            </a:extLst>
          </p:cNvPr>
          <p:cNvSpPr>
            <a:spLocks noGrp="1"/>
          </p:cNvSpPr>
          <p:nvPr/>
        </p:nvSpPr>
        <p:spPr>
          <a:xfrm>
            <a:off x="1325880" y="4434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Implementar banderas de permisos.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BE8CEF-2782-4CB6-9807-A9D880750B88}"/>
              </a:ext>
            </a:extLst>
          </p:cNvPr>
          <p:cNvSpPr>
            <a:spLocks noGrp="1"/>
          </p:cNvSpPr>
          <p:nvPr/>
        </p:nvSpPr>
        <p:spPr>
          <a:xfrm>
            <a:off x="685800" y="4928616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5CC462-5DEB-4ECD-8FEA-2D52C80EEE1D}"/>
              </a:ext>
            </a:extLst>
          </p:cNvPr>
          <p:cNvSpPr>
            <a:spLocks noGrp="1"/>
          </p:cNvSpPr>
          <p:nvPr/>
        </p:nvSpPr>
        <p:spPr>
          <a:xfrm>
            <a:off x="685800" y="4992624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5B605B-AF54-4D7D-9F2E-C3CE730CD3D5}"/>
              </a:ext>
            </a:extLst>
          </p:cNvPr>
          <p:cNvSpPr>
            <a:spLocks noGrp="1"/>
          </p:cNvSpPr>
          <p:nvPr/>
        </p:nvSpPr>
        <p:spPr>
          <a:xfrm>
            <a:off x="1325880" y="4946904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Probar límites y precedencia.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8DB5D3-8941-4574-A4D4-6E7431318B19}"/>
              </a:ext>
            </a:extLst>
          </p:cNvPr>
          <p:cNvSpPr>
            <a:spLocks noGrp="1"/>
          </p:cNvSpPr>
          <p:nvPr/>
        </p:nvSpPr>
        <p:spPr>
          <a:xfrm>
            <a:off x="658368" y="5577840"/>
            <a:ext cx="7178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C00998-8AC8-42AC-9E0D-7A8A857AB8F3}"/>
              </a:ext>
            </a:extLst>
          </p:cNvPr>
          <p:cNvSpPr>
            <a:spLocks noGrp="1"/>
          </p:cNvSpPr>
          <p:nvPr/>
        </p:nvSpPr>
        <p:spPr>
          <a:xfrm>
            <a:off x="868680" y="5742432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Entrega: motor + tabla de verdad + pruebas.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48219D-1322-4EE9-A6B3-EEABB10B1D8B}"/>
              </a:ext>
            </a:extLst>
          </p:cNvPr>
          <p:cNvSpPr>
            <a:spLocks noGrp="1"/>
          </p:cNvSpPr>
          <p:nvPr/>
        </p:nvSpPr>
        <p:spPr>
          <a:xfrm>
            <a:off x="8092440" y="5577840"/>
            <a:ext cx="269748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4BF0F-4496-468C-BCB7-C94D2C4D2B03}"/>
              </a:ext>
            </a:extLst>
          </p:cNvPr>
          <p:cNvSpPr>
            <a:spLocks noGrp="1"/>
          </p:cNvSpPr>
          <p:nvPr/>
        </p:nvSpPr>
        <p:spPr>
          <a:xfrm>
            <a:off x="8092440" y="5742432"/>
            <a:ext cx="269748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Tiempo: 100 min</a:t>
            </a:r>
          </a:p>
        </p:txBody>
      </p:sp>
    </p:spTree>
    <p:extLst>
      <p:ext uri="{BB962C8B-B14F-4D97-AF65-F5344CB8AC3E}">
        <p14:creationId xmlns:p14="http://schemas.microsoft.com/office/powerpoint/2010/main" val="1072806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F5B102-50D2-4A7C-9A9E-81D209FA9598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62996-CDC1-49C0-8000-9F8683639B7A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Consultas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6268F-8D39-46A7-A43C-89E0CC0CF051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Preguntas guía para repasar antes de la práctica: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9F4B873-5AD1-4554-951D-A63FAED01F41}"/>
              </a:ext>
            </a:extLst>
          </p:cNvPr>
          <p:cNvSpPr>
            <a:spLocks noGrp="1"/>
          </p:cNvSpPr>
          <p:nvPr/>
        </p:nvSpPr>
        <p:spPr>
          <a:xfrm>
            <a:off x="96012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A95BA-F60F-42CF-B214-3D9419ADC142}"/>
              </a:ext>
            </a:extLst>
          </p:cNvPr>
          <p:cNvSpPr>
            <a:spLocks noGrp="1"/>
          </p:cNvSpPr>
          <p:nvPr/>
        </p:nvSpPr>
        <p:spPr>
          <a:xfrm>
            <a:off x="96012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AE8A7-C33A-49F6-840E-27C24840B9D8}"/>
              </a:ext>
            </a:extLst>
          </p:cNvPr>
          <p:cNvSpPr>
            <a:spLocks noGrp="1"/>
          </p:cNvSpPr>
          <p:nvPr/>
        </p:nvSpPr>
        <p:spPr>
          <a:xfrm>
            <a:off x="1618488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diferencia existe entre residuo y módulo?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31FE04-8B9B-49D1-AC8B-B28EB7AA8B98}"/>
              </a:ext>
            </a:extLst>
          </p:cNvPr>
          <p:cNvSpPr>
            <a:spLocks noGrp="1"/>
          </p:cNvSpPr>
          <p:nvPr/>
        </p:nvSpPr>
        <p:spPr>
          <a:xfrm>
            <a:off x="626364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EDA2E5-1330-474F-AE56-8180121AD730}"/>
              </a:ext>
            </a:extLst>
          </p:cNvPr>
          <p:cNvSpPr>
            <a:spLocks noGrp="1"/>
          </p:cNvSpPr>
          <p:nvPr/>
        </p:nvSpPr>
        <p:spPr>
          <a:xfrm>
            <a:off x="626364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256CF-AF12-46BE-80C1-8577D8EC628B}"/>
              </a:ext>
            </a:extLst>
          </p:cNvPr>
          <p:cNvSpPr>
            <a:spLocks noGrp="1"/>
          </p:cNvSpPr>
          <p:nvPr/>
        </p:nvSpPr>
        <p:spPr>
          <a:xfrm>
            <a:off x="6922007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Object.is difiere de ===?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C3CA29-C2B6-48F6-85A5-67184E7D1B1D}"/>
              </a:ext>
            </a:extLst>
          </p:cNvPr>
          <p:cNvSpPr>
            <a:spLocks noGrp="1"/>
          </p:cNvSpPr>
          <p:nvPr/>
        </p:nvSpPr>
        <p:spPr>
          <a:xfrm>
            <a:off x="96012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73439-EF21-4BD1-B13D-E9376B6E617B}"/>
              </a:ext>
            </a:extLst>
          </p:cNvPr>
          <p:cNvSpPr>
            <a:spLocks noGrp="1"/>
          </p:cNvSpPr>
          <p:nvPr/>
        </p:nvSpPr>
        <p:spPr>
          <a:xfrm>
            <a:off x="96012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5431BC-9E07-485E-A01C-5379BE544A33}"/>
              </a:ext>
            </a:extLst>
          </p:cNvPr>
          <p:cNvSpPr>
            <a:spLocks noGrp="1"/>
          </p:cNvSpPr>
          <p:nvPr/>
        </p:nvSpPr>
        <p:spPr>
          <a:xfrm>
            <a:off x="1618488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¿Por qué || puede perder datos válidos?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712ECF-9CA1-4650-B6B8-06E1E2CE4D0E}"/>
              </a:ext>
            </a:extLst>
          </p:cNvPr>
          <p:cNvSpPr>
            <a:spLocks noGrp="1"/>
          </p:cNvSpPr>
          <p:nvPr/>
        </p:nvSpPr>
        <p:spPr>
          <a:xfrm>
            <a:off x="626364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3E01F7-A58F-439C-9E83-CD5CC6820BF0}"/>
              </a:ext>
            </a:extLst>
          </p:cNvPr>
          <p:cNvSpPr>
            <a:spLocks noGrp="1"/>
          </p:cNvSpPr>
          <p:nvPr/>
        </p:nvSpPr>
        <p:spPr>
          <a:xfrm>
            <a:off x="626364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8D9701-298C-498E-A657-6915192C9216}"/>
              </a:ext>
            </a:extLst>
          </p:cNvPr>
          <p:cNvSpPr>
            <a:spLocks noGrp="1"/>
          </p:cNvSpPr>
          <p:nvPr/>
        </p:nvSpPr>
        <p:spPr>
          <a:xfrm>
            <a:off x="6922007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¿Cómo auditar una condición extensa?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B19517-A55C-4941-AF18-CF86ACCFA9E2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6612BA-F14D-4899-AE2C-54F81DFCF3A8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Una expresión mantenible hace explícitas sus reglas, tipos y casos límite.</a:t>
            </a:r>
          </a:p>
        </p:txBody>
      </p:sp>
    </p:spTree>
    <p:extLst>
      <p:ext uri="{BB962C8B-B14F-4D97-AF65-F5344CB8AC3E}">
        <p14:creationId xmlns:p14="http://schemas.microsoft.com/office/powerpoint/2010/main" val="1830570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1190</Words>
  <Application>Microsoft Office PowerPoint</Application>
  <DocSecurity>0</DocSecurity>
  <PresentationFormat>Panorámica</PresentationFormat>
  <Paragraphs>254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Inche Ticlavilca Bernabe Daniel</cp:lastModifiedBy>
  <cp:revision>1</cp:revision>
  <dcterms:created xsi:type="dcterms:W3CDTF">2026-10-06T12:48:04Z</dcterms:created>
  <dcterms:modified xsi:type="dcterms:W3CDTF">2026-10-06T13:00:00Z</dcterms:modified>
</cp:coreProperties>
</file>