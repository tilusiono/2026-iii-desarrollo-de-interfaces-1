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d07f9663634c8f" /><Relationship Type="http://schemas.openxmlformats.org/officeDocument/2006/relationships/extended-properties" Target="/docProps/app.xml" Id="Rd2c588006ac147b5" /><Relationship Type="http://schemas.openxmlformats.org/officeDocument/2006/relationships/officeDocument" Target="/ppt/presentation.xml" Id="R17d21cb4a322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934980fc44e40"/>
  </p:sldMasterIdLst>
  <p:notesMasterIdLst>
    <p:notesMasterId xmlns:r="http://schemas.openxmlformats.org/officeDocument/2006/relationships" r:id="R82e109f7b5464e8f"/>
  </p:notesMasterIdLst>
  <p:sldIdLst>
    <p:sldId xmlns:r="http://schemas.openxmlformats.org/officeDocument/2006/relationships" id="256" r:id="R2abc49035af341b4"/>
    <p:sldId xmlns:r="http://schemas.openxmlformats.org/officeDocument/2006/relationships" id="257" r:id="R3a414d0f79e74e01"/>
    <p:sldId xmlns:r="http://schemas.openxmlformats.org/officeDocument/2006/relationships" id="258" r:id="R9832fedddb644787"/>
    <p:sldId xmlns:r="http://schemas.openxmlformats.org/officeDocument/2006/relationships" id="259" r:id="Rb8850794197b444b"/>
    <p:sldId xmlns:r="http://schemas.openxmlformats.org/officeDocument/2006/relationships" id="260" r:id="R8e2a495ab099490f"/>
    <p:sldId xmlns:r="http://schemas.openxmlformats.org/officeDocument/2006/relationships" id="261" r:id="R24ffbd821cbd4578"/>
    <p:sldId xmlns:r="http://schemas.openxmlformats.org/officeDocument/2006/relationships" id="262" r:id="Rb73552d19be04951"/>
    <p:sldId xmlns:r="http://schemas.openxmlformats.org/officeDocument/2006/relationships" id="263" r:id="R1498cc8f9d054b37"/>
    <p:sldId xmlns:r="http://schemas.openxmlformats.org/officeDocument/2006/relationships" id="264" r:id="Raba870765fae4ba1"/>
    <p:sldId xmlns:r="http://schemas.openxmlformats.org/officeDocument/2006/relationships" id="265" r:id="R8d8e571b67ba4774"/>
    <p:sldId xmlns:r="http://schemas.openxmlformats.org/officeDocument/2006/relationships" id="266" r:id="R1a2171a65ecd41ff"/>
    <p:sldId xmlns:r="http://schemas.openxmlformats.org/officeDocument/2006/relationships" id="267" r:id="Recc27734b293457a"/>
    <p:sldId xmlns:r="http://schemas.openxmlformats.org/officeDocument/2006/relationships" id="268" r:id="R9318a071e3fb4dd8"/>
    <p:sldId xmlns:r="http://schemas.openxmlformats.org/officeDocument/2006/relationships" id="269" r:id="Ra585de58841e4fd0"/>
    <p:sldId xmlns:r="http://schemas.openxmlformats.org/officeDocument/2006/relationships" id="270" r:id="Rcbbc1b6f63fa438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beac80ea254a00" /><Relationship Type="http://schemas.openxmlformats.org/officeDocument/2006/relationships/slideMaster" Target="/ppt/slideMasters/slideMaster1.xml" Id="R029934980fc44e40" /><Relationship Type="http://schemas.openxmlformats.org/officeDocument/2006/relationships/notesMaster" Target="/ppt/notesMasters/notesMaster1.xml" Id="R82e109f7b5464e8f" /><Relationship Type="http://schemas.openxmlformats.org/officeDocument/2006/relationships/presProps" Target="/ppt/presProps.xml" Id="R69e12c603bdd4f0d" /><Relationship Type="http://schemas.openxmlformats.org/officeDocument/2006/relationships/viewProps" Target="/ppt/viewProps.xml" Id="R4d57cfbb0f304307" /><Relationship Type="http://schemas.openxmlformats.org/officeDocument/2006/relationships/tableStyles" Target="/ppt/tableStyles.xml" Id="R85693f7569934be4" /><Relationship Type="http://schemas.openxmlformats.org/officeDocument/2006/relationships/slide" Target="/ppt/slides/slide1.xml" Id="R2abc49035af341b4" /><Relationship Type="http://schemas.openxmlformats.org/officeDocument/2006/relationships/slide" Target="/ppt/slides/slide2.xml" Id="R3a414d0f79e74e01" /><Relationship Type="http://schemas.openxmlformats.org/officeDocument/2006/relationships/slide" Target="/ppt/slides/slide3.xml" Id="R9832fedddb644787" /><Relationship Type="http://schemas.openxmlformats.org/officeDocument/2006/relationships/slide" Target="/ppt/slides/slide4.xml" Id="Rb8850794197b444b" /><Relationship Type="http://schemas.openxmlformats.org/officeDocument/2006/relationships/slide" Target="/ppt/slides/slide5.xml" Id="R8e2a495ab099490f" /><Relationship Type="http://schemas.openxmlformats.org/officeDocument/2006/relationships/slide" Target="/ppt/slides/slide6.xml" Id="R24ffbd821cbd4578" /><Relationship Type="http://schemas.openxmlformats.org/officeDocument/2006/relationships/slide" Target="/ppt/slides/slide7.xml" Id="Rb73552d19be04951" /><Relationship Type="http://schemas.openxmlformats.org/officeDocument/2006/relationships/slide" Target="/ppt/slides/slide8.xml" Id="R1498cc8f9d054b37" /><Relationship Type="http://schemas.openxmlformats.org/officeDocument/2006/relationships/slide" Target="/ppt/slides/slide9.xml" Id="Raba870765fae4ba1" /><Relationship Type="http://schemas.openxmlformats.org/officeDocument/2006/relationships/slide" Target="/ppt/slides/slide10.xml" Id="R8d8e571b67ba4774" /><Relationship Type="http://schemas.openxmlformats.org/officeDocument/2006/relationships/slide" Target="/ppt/slides/slide11.xml" Id="R1a2171a65ecd41ff" /><Relationship Type="http://schemas.openxmlformats.org/officeDocument/2006/relationships/slide" Target="/ppt/slides/slide12.xml" Id="Recc27734b293457a" /><Relationship Type="http://schemas.openxmlformats.org/officeDocument/2006/relationships/slide" Target="/ppt/slides/slide13.xml" Id="R9318a071e3fb4dd8" /><Relationship Type="http://schemas.openxmlformats.org/officeDocument/2006/relationships/slide" Target="/ppt/slides/slide14.xml" Id="Ra585de58841e4fd0" /><Relationship Type="http://schemas.openxmlformats.org/officeDocument/2006/relationships/slide" Target="/ppt/slides/slide15.xml" Id="Rcbbc1b6f63fa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843feeb4d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777bfd45d04fbf" /><Relationship Type="http://schemas.openxmlformats.org/officeDocument/2006/relationships/notesMaster" Target="/ppt/notesMasters/notesMaster1.xml" Id="R62ec3015a153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6ee8d3d4f47e1" /><Relationship Type="http://schemas.openxmlformats.org/officeDocument/2006/relationships/notesMaster" Target="/ppt/notesMasters/notesMaster1.xml" Id="Rbf189a862d594a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44a7cd84ec463f" /><Relationship Type="http://schemas.openxmlformats.org/officeDocument/2006/relationships/notesMaster" Target="/ppt/notesMasters/notesMaster1.xml" Id="Ref3006a31874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fda50e48eb41b9" /><Relationship Type="http://schemas.openxmlformats.org/officeDocument/2006/relationships/notesMaster" Target="/ppt/notesMasters/notesMaster1.xml" Id="R920d0b1f6a8b49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fe5dfc7344bdc" /><Relationship Type="http://schemas.openxmlformats.org/officeDocument/2006/relationships/notesMaster" Target="/ppt/notesMasters/notesMaster1.xml" Id="R3f3c4ffd689244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43148a84a4088" /><Relationship Type="http://schemas.openxmlformats.org/officeDocument/2006/relationships/notesMaster" Target="/ppt/notesMasters/notesMaster1.xml" Id="Rfcf61d5813cd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57176d7a544c9a" /><Relationship Type="http://schemas.openxmlformats.org/officeDocument/2006/relationships/notesMaster" Target="/ppt/notesMasters/notesMaster1.xml" Id="Ra4a56cdaddea4c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d3838fb1ef46af" /><Relationship Type="http://schemas.openxmlformats.org/officeDocument/2006/relationships/notesMaster" Target="/ppt/notesMasters/notesMaster1.xml" Id="Radb69a415ec442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f647637824ea2" /><Relationship Type="http://schemas.openxmlformats.org/officeDocument/2006/relationships/notesMaster" Target="/ppt/notesMasters/notesMaster1.xml" Id="R724a639d37a24b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29a61d20744361" /><Relationship Type="http://schemas.openxmlformats.org/officeDocument/2006/relationships/notesMaster" Target="/ppt/notesMasters/notesMaster1.xml" Id="R640933ee917547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4b6eb3d0864200" /><Relationship Type="http://schemas.openxmlformats.org/officeDocument/2006/relationships/notesMaster" Target="/ppt/notesMasters/notesMaster1.xml" Id="R0c3d6b8e338a47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113b1071ae4b2b" /><Relationship Type="http://schemas.openxmlformats.org/officeDocument/2006/relationships/notesMaster" Target="/ppt/notesMasters/notesMaster1.xml" Id="Ree910aa2ad034a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221a35f00947b9" /><Relationship Type="http://schemas.openxmlformats.org/officeDocument/2006/relationships/notesMaster" Target="/ppt/notesMasters/notesMaster1.xml" Id="Re8d9d708c1114a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7a947ae5cc4e58" /><Relationship Type="http://schemas.openxmlformats.org/officeDocument/2006/relationships/notesMaster" Target="/ppt/notesMasters/notesMaster1.xml" Id="Rc7405681fe4541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ac780d455b473d" /><Relationship Type="http://schemas.openxmlformats.org/officeDocument/2006/relationships/notesMaster" Target="/ppt/notesMasters/notesMaster1.xml" Id="R2182aa8c1f3a4a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2a896404a4b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374d90e2649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9ffc67fe240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91dbd83c64f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3fbf778d242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d0229312945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e4a46aa244f3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a5a2ffa1b41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7f3f9dfb44fa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59be9c0d846e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6004d6d4f440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9735AA-D39B-4BD2-8A33-F9FBABB036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5A3659D-B222-4732-B338-85BD398E81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19C740-E814-4BE8-8F2E-B4FA6F9735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F9A9A7-66ED-4EEF-8E16-B8D596F7FB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AAC488-9D83-48BE-94EA-A62AB2BA5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DD8641-2F7A-44DA-81E0-1960D4026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AABA28-33A7-467C-A073-B04187368E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B6FF1D-FE15-4BA1-A2A2-EFCB5DB12E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1F4A3E-1A36-48C1-91DC-7623A3164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CB3DFD-9513-4B65-BF9D-999299D54D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75A746-54BA-4A38-A224-2BABEB10D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F1AA2E-B9AB-4FA5-9EEE-16A73E5F1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9119F9-20D3-45FF-8187-1762328269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27B415-ABE8-473D-87C4-F6729B5415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E6E9F1-1D05-4CE8-8139-DAE518CF7F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2A6851-68C2-4CFF-ABA3-36247E69C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A76C18-F5DC-4159-B77E-337CF68B80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5A3793A-0448-4D20-A372-269F29F370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550BF9F-EAEF-49C9-B5C3-A9CE77A20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2F39FD-0EAE-4CD9-84AC-972261735C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7D1823-3C5A-499A-9BAA-D5BE566F70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316BDB-C2FF-43FC-94E4-068C22ECA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8E5BFA-2C3E-4E61-8B22-F034455BE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64EFE27-E730-4E2C-91B7-6E38BA9610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6E9A056-27C5-41A4-A593-72D9EE688DE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C933748-54A0-45E3-977C-73293525AFF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2C96A33-5B5D-472B-ACA2-2399A57288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4657E83-14FF-45E5-99A7-A33AACDAFC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989D1F5-7189-49A0-9F5B-E90D8FD14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8D86DC-2A5D-43E7-A669-661859598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17D4F8B-5EE7-452F-B866-F42220C0B7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1CB4FD4-52BB-45A4-AA17-6D5EBB790B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0439875-F9B3-46E3-936A-23FBA9087F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3E73616-8C0E-49DE-8A27-9278A448DF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A78DB5-A3A0-4169-9400-94EFA71A23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7EC0C2A-2E20-44B8-AD8D-8470F991A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961659-48DD-45D8-B93D-C5A01A7E1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BF60B2-4980-444F-AE32-AB49D6FAD8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AC42CE5-5D8F-40CC-95AF-185E33951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2F36ACE-4A26-4C0F-A8F8-3398020203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0FBC4A-1C80-46A6-8B23-3383B20885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801718-C92F-4AC1-B73F-D29EEFFF09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8B525E-EB62-4102-B8C5-969FFC60E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C1131D5-7D16-4BD9-9245-D853AA769A6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F1AED8-E74D-4984-B1CC-68448DBF59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B1A261-D5EF-48CC-944A-5A5AEDC2D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FB40400-F4BF-4FB8-A47E-50222A1D3B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B26551-53D0-40AE-9AE4-1C180C5330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063A8-05A5-4563-9E50-3C550946F2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D98FF6-4DFF-49D0-B8B9-6AD537420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355361-1B72-4E71-B8BB-AD539AD067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5970FB-55C9-4F91-B2A8-A25AB3FD99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E91E55-E37A-451C-9F45-D7FD4F4B3B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01E435A-F628-4455-B4FE-C46D1BB361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111747-1D17-46E0-A45E-C0108C387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83CCE8-D698-4BF4-AD93-C2E1190E23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7D3251-729E-4C5B-B2BD-165443E84F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856244-758E-44FD-9BA4-B35DBCC600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0d50c9bf64ce7" /><Relationship Type="http://schemas.openxmlformats.org/officeDocument/2006/relationships/slideLayout" Target="/ppt/slideLayouts/slideLayout1.xml" Id="R3bf21c00c0ab4a4f" /><Relationship Type="http://schemas.openxmlformats.org/officeDocument/2006/relationships/slideLayout" Target="/ppt/slideLayouts/slideLayout2.xml" Id="Refd0dfabae184fd5" /><Relationship Type="http://schemas.openxmlformats.org/officeDocument/2006/relationships/slideLayout" Target="/ppt/slideLayouts/slideLayout3.xml" Id="R73bcabb50b5941a6" /><Relationship Type="http://schemas.openxmlformats.org/officeDocument/2006/relationships/slideLayout" Target="/ppt/slideLayouts/slideLayout4.xml" Id="Rec60f45f26c6448d" /><Relationship Type="http://schemas.openxmlformats.org/officeDocument/2006/relationships/slideLayout" Target="/ppt/slideLayouts/slideLayout5.xml" Id="R3f757a0e75b444a8" /><Relationship Type="http://schemas.openxmlformats.org/officeDocument/2006/relationships/slideLayout" Target="/ppt/slideLayouts/slideLayout6.xml" Id="Re5f88cb81eb74d6a" /><Relationship Type="http://schemas.openxmlformats.org/officeDocument/2006/relationships/slideLayout" Target="/ppt/slideLayouts/slideLayout7.xml" Id="Re92f7d9b67eb4b3e" /><Relationship Type="http://schemas.openxmlformats.org/officeDocument/2006/relationships/slideLayout" Target="/ppt/slideLayouts/slideLayout8.xml" Id="R2eb8ef0b635a4533" /><Relationship Type="http://schemas.openxmlformats.org/officeDocument/2006/relationships/slideLayout" Target="/ppt/slideLayouts/slideLayout9.xml" Id="R6a5859e71f1a493f" /><Relationship Type="http://schemas.openxmlformats.org/officeDocument/2006/relationships/slideLayout" Target="/ppt/slideLayouts/slideLayout10.xml" Id="R86c043dd23db4831" /><Relationship Type="http://schemas.openxmlformats.org/officeDocument/2006/relationships/slideLayout" Target="/ppt/slideLayouts/slideLayout11.xml" Id="Rff0f5a750b2f44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FBA2DC4-7DC7-4A29-8C01-22DFC635B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422A3C-1F3D-423A-B1DE-B2197979B5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C0545F-AAE6-4954-BD9C-C0EF8EC01D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874A9-C356-4C5F-A53A-2D7C77548AB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3E37CF-0CDD-4336-AF66-379D9FACF8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f21c00c0ab4a4f"/>
    <p:sldLayoutId xmlns:r="http://schemas.openxmlformats.org/officeDocument/2006/relationships" id="2147483650" r:id="Refd0dfabae184fd5"/>
    <p:sldLayoutId xmlns:r="http://schemas.openxmlformats.org/officeDocument/2006/relationships" id="2147483651" r:id="R73bcabb50b5941a6"/>
    <p:sldLayoutId xmlns:r="http://schemas.openxmlformats.org/officeDocument/2006/relationships" id="2147483652" r:id="Rec60f45f26c6448d"/>
    <p:sldLayoutId xmlns:r="http://schemas.openxmlformats.org/officeDocument/2006/relationships" id="2147483653" r:id="R3f757a0e75b444a8"/>
    <p:sldLayoutId xmlns:r="http://schemas.openxmlformats.org/officeDocument/2006/relationships" id="2147483654" r:id="Re5f88cb81eb74d6a"/>
    <p:sldLayoutId xmlns:r="http://schemas.openxmlformats.org/officeDocument/2006/relationships" id="2147483655" r:id="Re92f7d9b67eb4b3e"/>
    <p:sldLayoutId xmlns:r="http://schemas.openxmlformats.org/officeDocument/2006/relationships" id="2147483656" r:id="R2eb8ef0b635a4533"/>
    <p:sldLayoutId xmlns:r="http://schemas.openxmlformats.org/officeDocument/2006/relationships" id="2147483657" r:id="R6a5859e71f1a493f"/>
    <p:sldLayoutId xmlns:r="http://schemas.openxmlformats.org/officeDocument/2006/relationships" id="2147483658" r:id="R86c043dd23db4831"/>
    <p:sldLayoutId xmlns:r="http://schemas.openxmlformats.org/officeDocument/2006/relationships" id="2147483659" r:id="Rff0f5a750b2f443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e196d04ff74cc2" /><Relationship Type="http://schemas.openxmlformats.org/officeDocument/2006/relationships/image" Target="/ppt/media/image.png" Id="R10727abd2d5549a2" /><Relationship Type="http://schemas.openxmlformats.org/officeDocument/2006/relationships/notesSlide" Target="/ppt/notesSlides/notesSlide1.xml" Id="R27473b82f3e048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ad5f9cc4bd4598" /><Relationship Type="http://schemas.openxmlformats.org/officeDocument/2006/relationships/image" Target="/ppt/media/image.png" Id="R2c15aa8db8ed4d4a" /><Relationship Type="http://schemas.openxmlformats.org/officeDocument/2006/relationships/notesSlide" Target="/ppt/notesSlides/notesSlide2.xml" Id="Rf56bd823806d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2bcc4e071a4f36" /><Relationship Type="http://schemas.openxmlformats.org/officeDocument/2006/relationships/image" Target="/ppt/media/image2.png" Id="R443491dd129e4645" /><Relationship Type="http://schemas.openxmlformats.org/officeDocument/2006/relationships/notesSlide" Target="/ppt/notesSlides/notesSlide3.xml" Id="Rb78c2ababf17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24d0be701d4735" /><Relationship Type="http://schemas.openxmlformats.org/officeDocument/2006/relationships/image" Target="/ppt/media/image2.png" Id="Redfc8425f1714bf0" /><Relationship Type="http://schemas.openxmlformats.org/officeDocument/2006/relationships/notesSlide" Target="/ppt/notesSlides/notesSlide4.xml" Id="R6bca1e49eb8f41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48ca6ab757481f" /><Relationship Type="http://schemas.openxmlformats.org/officeDocument/2006/relationships/image" Target="/ppt/media/image2.png" Id="R91c808a9b84a4483" /><Relationship Type="http://schemas.openxmlformats.org/officeDocument/2006/relationships/notesSlide" Target="/ppt/notesSlides/notesSlide5.xml" Id="R7d26a6b907df41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5044c50ca54c27" /><Relationship Type="http://schemas.openxmlformats.org/officeDocument/2006/relationships/image" Target="/ppt/media/image2.png" Id="R6133d59eaaf94cc6" /><Relationship Type="http://schemas.openxmlformats.org/officeDocument/2006/relationships/notesSlide" Target="/ppt/notesSlides/notesSlide6.xml" Id="R332772ae3329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2acd331c664100" /><Relationship Type="http://schemas.openxmlformats.org/officeDocument/2006/relationships/image" Target="/ppt/media/image2.png" Id="R58023c9053894b76" /><Relationship Type="http://schemas.openxmlformats.org/officeDocument/2006/relationships/notesSlide" Target="/ppt/notesSlides/notesSlide7.xml" Id="R561cbb701c9047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55b1a829b54b2e" /><Relationship Type="http://schemas.openxmlformats.org/officeDocument/2006/relationships/image" Target="/ppt/media/image2.png" Id="Rfef0c9599561449b" /><Relationship Type="http://schemas.openxmlformats.org/officeDocument/2006/relationships/notesSlide" Target="/ppt/notesSlides/notesSlide8.xml" Id="R05f5100cdda34b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c92021c1c94b43" /><Relationship Type="http://schemas.openxmlformats.org/officeDocument/2006/relationships/image" Target="/ppt/media/image2.png" Id="R52b95ae30f3f4fd5" /><Relationship Type="http://schemas.openxmlformats.org/officeDocument/2006/relationships/notesSlide" Target="/ppt/notesSlides/notesSlide9.xml" Id="R4417d9f3a0974e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43f4e078164a75" /><Relationship Type="http://schemas.openxmlformats.org/officeDocument/2006/relationships/image" Target="/ppt/media/image2.png" Id="R5ff11096080c4841" /><Relationship Type="http://schemas.openxmlformats.org/officeDocument/2006/relationships/notesSlide" Target="/ppt/notesSlides/notesSlide10.xml" Id="R769942220be341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5c0e966cf64b61" /><Relationship Type="http://schemas.openxmlformats.org/officeDocument/2006/relationships/image" Target="/ppt/media/image2.png" Id="R9ba112fcc7cc4f6e" /><Relationship Type="http://schemas.openxmlformats.org/officeDocument/2006/relationships/notesSlide" Target="/ppt/notesSlides/notesSlide11.xml" Id="R60a50a52fa3d41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eebcbe282a427c" /><Relationship Type="http://schemas.openxmlformats.org/officeDocument/2006/relationships/image" Target="/ppt/media/image2.png" Id="Rced6eaeb204342c3" /><Relationship Type="http://schemas.openxmlformats.org/officeDocument/2006/relationships/notesSlide" Target="/ppt/notesSlides/notesSlide12.xml" Id="R937794823eee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3dd38503814aa3" /><Relationship Type="http://schemas.openxmlformats.org/officeDocument/2006/relationships/image" Target="/ppt/media/image2.png" Id="R7b9d8f19e31a44a3" /><Relationship Type="http://schemas.openxmlformats.org/officeDocument/2006/relationships/notesSlide" Target="/ppt/notesSlides/notesSlide13.xml" Id="Rada36ffb75e941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7cf2afd1d74a7b" /><Relationship Type="http://schemas.openxmlformats.org/officeDocument/2006/relationships/image" Target="/ppt/media/image2.png" Id="Rff0c2989afc94aa2" /><Relationship Type="http://schemas.openxmlformats.org/officeDocument/2006/relationships/notesSlide" Target="/ppt/notesSlides/notesSlide14.xml" Id="R0f02c5d1df6343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4f1405e4014ff1" /><Relationship Type="http://schemas.openxmlformats.org/officeDocument/2006/relationships/image" Target="/ppt/media/image2.png" Id="R05618b1a7f124154" /><Relationship Type="http://schemas.openxmlformats.org/officeDocument/2006/relationships/notesSlide" Target="/ppt/notesSlides/notesSlide15.xml" Id="R1040bc458df647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02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5396A1-D6A2-44B8-A5C2-E284B6B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B608C3-EAD0-4F3A-AC68-B04C8A9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0972800" cy="85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Tema 2.5 Funciones y eventos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64A121-6134-4189-9F12-6CC1BCA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70632"/>
            <a:ext cx="10972800" cy="48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Closures, composición y arquitectura de interacción</a:t>
            </a: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22B62F-FB8C-4CE5-A940-A7C395F5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50292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687D-DEAD-417D-8677-5E256E83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80"/>
            <a:ext cx="896112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80DCF05-2183-4205-A13F-6A891C8D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1500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27abd2d5549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0" y="5166360"/>
            <a:ext cx="804672" cy="12070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19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702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145A35-25E0-457F-90CD-16D3CE10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42C051-09C1-4AC8-9CA3-910BFF5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66960" cy="2720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Profundizaremos en funciones como valores, closures, composición, memoización y contratos. En eventos trabajaremos propagación, delegación, cancelación y ciclos de vida.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3D2B2BD-FE24-41D4-8A54-B966A78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11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29C343-0359-4E26-AE1B-D5C56ABD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11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closure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CA7B48-8CC3-4B13-82C2-23EC6B2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699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31DDC9B-C96C-432B-95EA-021C449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699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callback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6026733-9687-43F7-AC60-6B10ABCD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87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A4056E-42C7-49FB-A7F1-254EECF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87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Event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3C4F21F-3E00-4745-9393-3BFE2A0F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75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1C23140-2830-4B39-BCEA-A1DF964C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75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delegación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41CF5D7-EF96-46F4-B03F-A1226B8F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163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232F52-725A-4562-90C3-9D64716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163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debounce</a:t>
            </a:r>
          </a:p>
        </p:txBody>
      </p:sp>
      <p:pic>
        <p:nvPicPr>
          <p:cNvPr id="2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5aa8db8ed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0" y="5349240"/>
            <a:ext cx="804672" cy="12070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65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CE142B-14FD-42B0-94C3-D0ECE786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23B4CA8-1539-4DED-B090-601082D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Flujo de una interacción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AA96E9-6041-428C-ACD0-1D16A754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 manejador coordina; la lógica vive en funciones separadas.</a:t>
            </a:r>
          </a:p>
        </p:txBody>
      </p:sp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491dd129e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25C5941-20EA-400B-AA76-12211BEE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8BA2DC-FBC5-4054-9106-C679A6DF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75334C-AD9E-4508-BA0D-52268EA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Evento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C8C81492-2407-43D1-971B-9D50A163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9B755E-48BD-4A77-9CEB-DF3B374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79E4EBF-9745-4F21-BCF6-6DF28CE3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Manejador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7E6905D2-0668-40AB-B8DC-E10714FF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7912660-E95D-4D07-8E16-6F98B01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5D9E6CD-7D31-47E9-96D8-8C2B53C7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Dominio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75802EB-58F6-4541-B7F3-1A74575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CDB0658-7D55-40EE-A668-F993D4BB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244891-A52F-4B90-A33E-4FCB7F75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Render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DD956FE-87F7-46DC-8FCC-B458821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9039"/>
            <a:ext cx="1046988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FB83A2-4B52-46F0-AA12-FE204D7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3657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D71604-23F5-48FB-8332-9200260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Event describe la interacción ocurrida.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A7AEA93-667E-4C91-A9A8-E4397437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9432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manejador extrae y delega.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CE085EF-6CA1-400F-BE9C-7C4CCAC0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46904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dominio retorna un resultado comprobable.</a:t>
            </a:r>
          </a:p>
        </p:txBody>
      </p:sp>
    </p:spTree>
    <p:extLst>
      <p:ext uri="{BB962C8B-B14F-4D97-AF65-F5344CB8AC3E}">
        <p14:creationId xmlns:p14="http://schemas.microsoft.com/office/powerpoint/2010/main" val="1155779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DA440D-DFD1-4329-B8E2-CAC620F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17B49E7-36F7-49DB-B7CA-25FC47EE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Funciones como estrategias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4100AD-5B0D-4614-9CFC-4C64A6F7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Una función puede seleccionarse e inyectarse en tiempo de ejecución.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c8425f1714b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56F088-49C2-4198-845F-2F65A9A8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BAF22E-4D1C-4D9C-8810-31CADBDF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estrategias = new Map([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["SUMA", (a, b) =&gt; a + b],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["MULTIPLICACION", (a, b) =&gt; a * b],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["MAXIMO", Math.max]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]);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ejecutar(nombre, ...operandos)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operacion = estrategias.get(nombre);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(!operacion)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throw new Error(`Estrategia desconocida: ${nombre}`);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resultado = operacion(...operandos);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(!Number.isFinite(resultado))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throw new RangeError("Resultado no finito");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resultado;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9F7F31-5D94-4F75-A27A-0528A15E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B14B30-1CA4-4659-A777-2F9018E1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A08610-C289-4603-99A0-57053DE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registro de funciones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7881455-C2D5-4CA1-937B-4D78C023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EDB4B9-E5FA-4C7B-912A-15403AC6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B8E909-9BB5-4CF8-8D94-740009BF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B6CDED2-ADAF-403E-8202-EE5967D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operandos variables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E8EA403-71A3-4673-8352-48E94CF6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38F39BD-E330-46C6-AF2A-913C7B0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10D25EA-DDEC-489A-922E-56F21540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inyección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291557B-4B91-4F3F-9700-545F204D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estrategia elegible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AD729FE4-EF38-4B4A-8A15-15E8A0EC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823DFEE-74A7-43D5-BDB9-A4B6E03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E9BE74-05E7-4A45-BCD5-9C5F9CFE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contrato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B65CE10-0F08-42AB-AEC1-9236425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resultado finito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39B775EF-4863-4832-896D-641943E4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2B682B7-E442-44C1-A779-219DDF0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7C785C-6E0B-4D3E-A933-1EB0F9AD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Tratar funciones como valores elimina condicionales repetidos y facilita extensión.</a:t>
            </a:r>
          </a:p>
        </p:txBody>
      </p:sp>
    </p:spTree>
    <p:extLst>
      <p:ext uri="{BB962C8B-B14F-4D97-AF65-F5344CB8AC3E}">
        <p14:creationId xmlns:p14="http://schemas.microsoft.com/office/powerpoint/2010/main" val="1180160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E41E8F-9E36-4EFD-890C-A638BBD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858DB8-2BD7-49CE-9D5E-B1C32072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Closure con API controlada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BC5D240-C16A-4FBC-B070-60AD491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 estado privado solo cambia mediante operaciones expuestas.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808a9b84a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3D865AD-DA35-4F07-99F8-BAF54E2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EC80CC-C5AB-4C20-AFE8-6C75DAC5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006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crearContador({ inicial = 0, limite = Infinity } = {})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valor = inicial;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function incrementar()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valor = Math.min(valor + 1, limite);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valor;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function reiniciar()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valor = inicial;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function obtener()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valor;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Object.freeze({ incrementar, reiniciar, obtener });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contador = crearContador({ limite: 3 });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6555758-74E5-4882-BD8F-C49F3C7C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EABF2C-BC52-428C-8783-A62E40F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closure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08B1BCC-333F-4AFA-9B8E-29C750C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retiene estado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058FB01-8C7A-40C3-915A-B04FFE47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2CE0D0-4B9F-455B-B4E1-A7807AF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B9C7DEA-C963-4BF8-93F8-41714CE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API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E45C28E-98EC-4CA2-B1B7-CCC55D8B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expone operaciones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0E73501-C32F-43AB-85D7-DAECE70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99636D-3E41-4D9C-8FA2-3835B0FF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713F9ED-4540-4286-BD01-7880348E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77C2BD-FC5F-4531-8B7A-2D749D8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protege el contrato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A322D948-153E-45D7-8341-07F0F269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14785C4-ABFE-4BDB-BF31-49A4486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9931C37-2D8C-4829-B62A-2A96A1FD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límite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EC38315-AB61-4831-97C5-C0F02F9C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mantiene invariante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05FA192F-1379-40DF-B51B-57DB9D8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5EE8F6E-A2D7-4E98-B9E3-6E9368F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38FE3CA-4FA5-4755-BCDB-FCA42BF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 closure puede encapsular estado sin depender de variables globales.</a:t>
            </a:r>
          </a:p>
        </p:txBody>
      </p:sp>
    </p:spTree>
    <p:extLst>
      <p:ext uri="{BB962C8B-B14F-4D97-AF65-F5344CB8AC3E}">
        <p14:creationId xmlns:p14="http://schemas.microsoft.com/office/powerpoint/2010/main" val="115033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6A7CBD-D8B0-4B9A-842D-A88C168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FC6B349-1B25-4E3F-A8ED-F09DE49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Formas de función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041EC0-8012-41CD-BE16-0F449418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sintaxis cambia hoisting, this y uso recomendado.</a:t>
            </a:r>
          </a:p>
        </p:txBody>
      </p:sp>
      <p:pic>
        <p:nvPicPr>
          <p:cNvPr id="6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3d59eaaf94c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6993BB-61C4-460E-A358-43C31808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5B04AF1-71AA-4D45-8D6D-C5C507D2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Forma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2F4EB8-ED51-4DFE-BF4D-D4DD9468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D736B27-59D5-4D58-9408-D0108393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Hoisting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58DF84-DFF4-4127-872A-3944186A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84255C-97A1-4F2D-9232-C9FC6850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this propio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6C76D48-21EC-4344-996A-BF8CEA5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2A5B85-5D53-4944-9BF1-B796E08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5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Uso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5420B87-6D76-43DC-8805-6601C332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960CC8-F54D-4EF6-9B4D-4877DF1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Riesgo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044D81-629E-4CBC-8DB6-FFD55F97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70B3698-8D1A-429F-A98B-DB7B4501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Declaración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1D5AC8-13CF-4139-AE97-BF425F8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ED8379C-68DE-4A80-BCAA-EC2F819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A68A370-260A-4481-AC40-A4708B8C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213A4E2-BB2B-44D9-AB34-D5DD6211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EC896D1-786C-4C2D-974C-17781A3C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2DA763-2F94-48BC-AF87-F403E29E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API principal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3A6F808-3A5B-4533-B71E-73F75E26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36FE5AC-F35B-4A77-8DDF-F4DB2A1D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Reordenamiento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10484F9-68BC-48A7-A907-539D6F4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F1E612-414A-4FE8-823D-014C2AC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Expresión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2E45B62-D728-4E63-973E-D4041FE0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848532C-1CA2-448F-8943-4058430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361AE20-32CB-4B56-A9D3-F5FA60A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A2A8930-D7CD-4FB2-B09C-4008F7C8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8BC34CA-63EF-435C-9A1A-967F488D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DFFABEC-19A7-4A3D-8E19-7873CBC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Callback nombrado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F9AF491-6E9E-4072-B9D5-E929A537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E83D8FB-03E5-4DFE-B57F-64CFD569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TDZ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1D19F0C-DEBB-4A5A-A1A2-1FB7686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751B3E0-D364-4BD3-9989-2EC10D93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Flecha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B444501-9F6E-480A-9B77-0089AA99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EE064759-EAF8-42CE-8421-7E971DD2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BEF76B9-5865-48DF-A59E-C0C8336B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5800F94-B380-426A-B3E8-F4FBCF3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FFE85416-A8D7-492F-A159-CFBEBA28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F3F62-1733-4D49-AE86-489778A7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Composición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EC195A55-BEE9-4953-8304-A0805E5A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06A8CD4-82AD-493A-9499-8ABBD64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this léxico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CD1FDC86-B5F7-48FC-8565-6AAE0D06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34CC885B-531D-46B2-A954-C5A2F349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Método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FFF79E98-B1AB-4E0E-8E24-56C3665D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34E35BE1-4E44-41F2-A7FC-FF14D474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Al crear objeto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6B12B9BC-8E8C-4FE6-8C4B-EAF228DE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599EA8A9-B0A0-49D6-87D3-7300110B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Dinámico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FCFF7B8D-7F7E-4863-B24D-5AA7765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5E3F634-C6A1-4FDE-B1BE-6C689E0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Comportamiento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8E8EC4E9-BCAE-4B42-BC94-35BC2B6D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F2C4F34-E3D1-429E-89A0-9EC3519B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Pérdida de contexto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04059419-CE9B-4D5D-A6A1-4EE3A8C2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DEEAAB9-7F65-4D07-B30F-9315FE05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forma de función debe elegirse según semántica, no solo por brevedad.</a:t>
            </a:r>
          </a:p>
        </p:txBody>
      </p:sp>
    </p:spTree>
    <p:extLst>
      <p:ext uri="{BB962C8B-B14F-4D97-AF65-F5344CB8AC3E}">
        <p14:creationId xmlns:p14="http://schemas.microsoft.com/office/powerpoint/2010/main" val="349066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4A85AC-5FFC-41C9-8346-89116CD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190D93-DCE9-4B65-BF57-D30E994A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Composición y memoización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4E8AC0-E1E0-4BEE-89AA-0D9B123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Funciones pequeñas pueden formar pipelines y conservar resultados puros.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23c9053894b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3DDCD26-90BE-4628-8368-CDBDA88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4A0D1C-0CE0-4550-A77B-C4D029B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314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componer = (...funciones) =&gt; valor =&gt;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funciones.reduceRight((resultado, fn) =&gt; fn(resultado), valor);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conImpuesto = tasa =&gt; monto =&gt; monto * (1 + tasa);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redondear = decimales =&gt; valor =&gt; Number(valor.toFixed(decimales));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validar = valor =&gt;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(!Number.isFinite(valor) || valor &lt; 0) throw new RangeError();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valor;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calcular = componer(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redondear(2),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conImpuesto(0.18),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validar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console.log(calcular(100));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C82089B-6B76-4248-8361-29C0159B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9C08C9E-B43C-4ED9-80EA-B63DB914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currificación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07BAB4-F1F3-4C1E-89E8-5CBA71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fija argumentos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06232192-4B71-4D54-850B-DF0548A7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BB05EF-14EC-4C9F-86F6-50ACEF9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ACF37E7-857E-4E21-AF9B-F8F0A2BB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compose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559D017-AA6D-4429-87E6-0CC2EE85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encadena funciones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95440C4-8CAA-45BB-8E6D-8885CE8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766C379-D776-44FB-AF3E-6017EC7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0D70C59-3A3E-4E23-A9A2-51E322C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pureza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39270E-AE5E-470D-A5E2-0CE137C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resultado determinista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95794C1-6AB7-48CF-9064-2FF8C807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B9861BD-EB93-4BE4-BF5A-7FDE6F3B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73B377-6118-4BDD-9412-31D36659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validación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727C42B-2BF9-4819-B6F7-A0ACE48E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falla temprano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7BA7DC8A-685E-47B3-ABBD-05C16EE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40C1E45-2CC7-424E-965E-148A4F8E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1896C61-B0BB-4EE5-ABCC-50A1479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composición transforma reglas grandes en unidades pequeñas y comprobables.</a:t>
            </a:r>
          </a:p>
        </p:txBody>
      </p:sp>
    </p:spTree>
    <p:extLst>
      <p:ext uri="{BB962C8B-B14F-4D97-AF65-F5344CB8AC3E}">
        <p14:creationId xmlns:p14="http://schemas.microsoft.com/office/powerpoint/2010/main" val="1689986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DE1D54-C101-45DA-9723-4DF1CA0E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07ECBE1-D79A-4FA9-9459-5278FA85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Delegación de eventos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0A145B-A547-4BF5-AC19-2F2878C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listener del contenedor administra elementos dinámicos mediante atributos de datos.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0c9599561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F879C2-0635-46C1-9918-6D4D583A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7E3547D-FEEB-4F9F-9B71-D9E9721A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177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lista.addEventListener("click", evento =&gt;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control = evento.target.closest("[data-accion]");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(!control || !lista.contains(control))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fila = control.closest("[data-id]");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id = fila?.dataset.id;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accion = control.dataset.accion;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manejadores =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editar: () =&gt; editarEstudiante(id),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eliminar: () =&gt; eliminarEstudiante(id),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seleccionar: () =&gt; seleccionarEstudiante(id)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manejadores[accion]?.();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A1DC8E-1BBB-4809-B612-67192241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E830B6-14D4-4850-A08A-AD893E65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target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BC96EA6-9C26-4675-89A2-78C9CA5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origen real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7BD351F1-CACA-4BCF-91D6-F9B4B54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BA6BBC-7ACD-4BAB-8DBF-1FC99A1D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C528DBA-3F9C-40F9-8918-69B413D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closest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522E78A-E87D-4634-8EA5-1D00551C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busca acción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F1620C09-1B59-4BCF-A77C-5512D2B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EC9D14C-7385-4C8D-88D7-5D08D8A8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20E75F-5536-4037-9E8D-47B4ACA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dataset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AECED4-BDF5-424F-9F5D-CFC60A9F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metadatos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8ECC32A8-1DE8-4731-A3B8-CE5FF9AE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389A7FD-25DF-4AF9-AE8D-5A5C9B31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D7EA80A-7343-4962-A69B-98D75796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delegación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8F209AC-6701-431B-B288-BFC65FD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listener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B66DFD23-713F-4BE2-9D17-02E89AC3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29DB31-F56A-4FA5-B5F3-102B07EF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1E8084B-416D-46C9-BD8C-ABFE5B5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delegación funciona con elementos presentes y creados posteriormente.</a:t>
            </a:r>
          </a:p>
        </p:txBody>
      </p:sp>
    </p:spTree>
    <p:extLst>
      <p:ext uri="{BB962C8B-B14F-4D97-AF65-F5344CB8AC3E}">
        <p14:creationId xmlns:p14="http://schemas.microsoft.com/office/powerpoint/2010/main" val="1969842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68A05C-D420-481D-8280-0CB0C10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375D5E-5E39-4FDB-BCF7-A8B6D7B8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AbortController y debounce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14DC39-2AD7-4660-B29E-B7749742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 ciclo de vida debe cancelar listeners y temporizadores.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95ae30f3f4f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368CAB-46A2-41A2-A1FB-27F6538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09FF61-A357-4359-A9A4-625F80AC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39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montarBuscador(input, consultar)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controller = new AbortController();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{ signal } = controller;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let temporizador;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input.addEventListener("input", evento =&gt;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clearTimeout(temporizador);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const texto = evento.currentTarget.value.trim();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temporizador = setTimeout(() =&gt;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consultar(texto, { signal });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}, 350);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}, { signal });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function desmontar()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clearTimeout(temporizador);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controller.abort();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desmontar = montarBuscador(input, consultarAPI);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56B523F-ABD4-44C8-8233-77D2CE6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E79CB89-1F25-4C8B-8266-9664127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debounce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39FF65-E9E8-4202-A3DC-DAF8C28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consolida eventos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61518555-2CA2-4AD1-B29A-36F589CE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CCF9E6-665A-4745-A1EC-54E1CCEA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B71AC9-929C-491C-998B-61407F4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signal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67A026A-95C7-4602-A61B-8A161CF6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propaga cancelación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1DD23E9-AC2F-42DD-A367-15243E3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8231D21-9641-4210-82F9-8EDFF98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DE07010-B52B-4AF3-9CAF-7F94D674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abort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DDC0CB-B9A6-4C43-9A69-21F34A1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retira listeners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9F0EB79B-7FFF-466A-B66A-0C7CA5F0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CCF8CD4-CCC3-4739-8CF6-B397D4D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E9EFE34-3440-4546-8870-41B46029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cleanup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59E45D8-C338-4B6E-BA1B-AC3BE25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evita fugas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8CE17ACD-9AB8-4334-AA1B-CCD51D6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9F69742-B9A1-4FCC-A34F-4B16741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0C655E6-7C9A-48A6-9444-308BB24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Todo componente debe definir cómo registra y cómo libera sus recursos.</a:t>
            </a:r>
          </a:p>
        </p:txBody>
      </p:sp>
    </p:spTree>
    <p:extLst>
      <p:ext uri="{BB962C8B-B14F-4D97-AF65-F5344CB8AC3E}">
        <p14:creationId xmlns:p14="http://schemas.microsoft.com/office/powerpoint/2010/main" val="1278963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580F5A-E86A-417E-BF7E-47B58B9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6E9033-083B-4638-AA12-1CE06B45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Arquitectura de un formulario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B8F425-03ED-422C-9372-5CCA6858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Separar lectura, dominio y presentación.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11096080c4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7F4840-0764-4C71-AD6F-2BA1686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C5A5AA-E2C7-4C78-8880-FA79F92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6F9291-4B2C-4B41-85E8-3749F56E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submit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95CDEC7-00A2-49B6-AE13-F4BBFE04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C579DD9-1662-4920-82AB-679F1A4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8051A-AE95-4418-8CE5-5E7520D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FormData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CCAE8751-876D-485E-9F51-90DBC92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6DF7EB-3353-496F-86EA-26E0C33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98312F-8202-413B-AC1D-1ACFBF8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5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Validar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E374DF5-A8DE-4B61-BCA4-CEF8A025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67AC8D6-09E1-47DE-8C6D-9FD1ED7F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8FDD0F-4C09-4EC3-A557-9D467A5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39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Guardar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46A8D9A6-72C9-44AC-9274-42622528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651760"/>
            <a:ext cx="182879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DFBCE59-6546-4C19-9EF7-8E8938D5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3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388713B-D8BB-423D-A522-D5891232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Renderizar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3073C97-693D-439E-B96D-8F0AA251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9039"/>
            <a:ext cx="1046988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DA8658A-79E5-4B15-A9AB-C0200BAB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3657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36ACC40-EA65-4AF2-A139-BDC8C9F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preventDefault controla el envío.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7CF5C8F-E1B4-4B65-A73E-D5B876C4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9432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dominio no debe depender del DOM.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0D1E10-EEA5-4507-84A4-5BC3C2CC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46904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errores deben asociarse al campo correcto.</a:t>
            </a:r>
          </a:p>
        </p:txBody>
      </p:sp>
    </p:spTree>
    <p:extLst>
      <p:ext uri="{BB962C8B-B14F-4D97-AF65-F5344CB8AC3E}">
        <p14:creationId xmlns:p14="http://schemas.microsoft.com/office/powerpoint/2010/main" val="699456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9A0D83-4C64-49A8-B3FD-3BD17D70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758E926-117C-40DD-89C0-7C7A342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target vs currentTarget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E2EF9B-7047-465A-AA07-D812C741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Origen del evento y elemento que ejecuta el listener.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112fcc7cc4f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0F74777-2051-490F-B5AD-3E9AB5A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9AC240-3B82-4A86-A20D-495E666B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3AF41DB-CE4A-4EE0-A45D-2FBBBCC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target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B3A6BB0-5A9E-4C9D-BB87-CC7CC081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currentTarget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885198C-250D-4E0E-936D-72DF485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Elemento que originó el evento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5A3784F-F9C8-49E3-9913-5F46C79D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Puede ser un descendiente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FA3FB91-6240-4A10-B486-3E12925C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Cambia según el clic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EA1CE9-47BC-46D1-9DA9-733C9B5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Clave en delegación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81446F-D2B4-4DF3-9560-9FAC8E99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Elemento con listener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72FFBE-30B7-4339-A0A3-A2AC9028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Permanece estable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32CDE96-74F4-46F1-BBB9-736DF78C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Útil para formularios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305A444-D85A-41AF-A253-DB512605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Se anula fuera del handler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FE34CC-F448-4376-85AC-931EC95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40EB800-601E-45BD-B37F-8640BD13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Confundir ambas propiedades produce errores en interfaces con elementos anidados.</a:t>
            </a:r>
          </a:p>
        </p:txBody>
      </p:sp>
    </p:spTree>
    <p:extLst>
      <p:ext uri="{BB962C8B-B14F-4D97-AF65-F5344CB8AC3E}">
        <p14:creationId xmlns:p14="http://schemas.microsoft.com/office/powerpoint/2010/main" val="20575427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91AD05-D9BD-488A-83DD-4FD33BF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85418-45DE-43FC-A6FE-52B64B7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Eventos mantenibles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3968139-19C6-451E-9D6C-D07FA6F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Diseñar registro, ejecución y liberación.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6eaeb2043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8F35B3-167A-4ABC-8938-9BF8C71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47A6975-C587-4808-82D2-3140988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FC78684-79EA-4FA8-BA2C-4E3DECA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Manejador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2B76B6A-89C1-4F88-BBD1-D15621B8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Ciclo de vida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F4D7AD6-B23F-4228-B50F-6A6B11D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Pequeño y coordinador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226E62-5C92-4998-8725-89604F40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Sin lógica global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D79BCE-A338-4F1F-9740-451E0E9E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Maneja errores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2764BD6-4612-4A9D-B293-77B5245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Delega al dominio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44BC602-C11B-4620-8945-5F9E0274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iniciar registra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94FDE7-3CE3-43BC-B57B-BE6F437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destruir retira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74336A-8EBC-43CF-A327-5DE33C97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AbortController cancela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321D100-B722-4F21-9F7C-A57F3C3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Limpia temporizadores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DCC32F2-74CD-4B18-91D5-AAB46D5F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3BE1B08-74D0-4665-9C44-EA774369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interacción completa incluye montaje, ejecución y desmontaje.</a:t>
            </a:r>
          </a:p>
        </p:txBody>
      </p:sp>
    </p:spTree>
    <p:extLst>
      <p:ext uri="{BB962C8B-B14F-4D97-AF65-F5344CB8AC3E}">
        <p14:creationId xmlns:p14="http://schemas.microsoft.com/office/powerpoint/2010/main" val="1701019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E99685-C636-47B6-8567-B517861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B41D8C-7084-46CC-AC42-852397BD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38D031-5124-462E-8EAC-03D40A08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d8f19e31a44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8A83719-7F78-4C54-B39B-361FA793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12C858-FE22-4B58-8DE1-B564069A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00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Functions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AE3E5B-364A-4795-81EC-57BA7D2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01952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https://developer.mozilla.org/docs/Web/JavaScript/Guide/Functions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220F2E-9B21-4E1E-9E6F-2715B2E6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55063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Funciones y closures.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7BEAA6E-547E-4A97-9704-A35A7EBC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41448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DBD115D-9DA9-4C71-AE87-E9055E2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3288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EventTarget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AB0A3B4-841A-490C-9B73-48EF5861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34640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https://developer.mozilla.org/docs/Web/API/EventTarget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734A3A6-0CFB-4FE9-A4A1-44E2FE8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87752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Registro de eventos.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CA8EEA3-A134-48A6-9EEC-0D251B5D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74136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5986315-D107-43E9-9295-D2B07E7A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465576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AbortController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3B50B8-00FC-492C-A351-66033C0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67328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https://developer.mozilla.org/docs/Web/API/AbortController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882039-407D-4006-A0F7-753281F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044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Cancelación y ciclo de vida.</a:t>
            </a:r>
          </a:p>
        </p:txBody>
      </p:sp>
    </p:spTree>
    <p:extLst>
      <p:ext uri="{BB962C8B-B14F-4D97-AF65-F5344CB8AC3E}">
        <p14:creationId xmlns:p14="http://schemas.microsoft.com/office/powerpoint/2010/main" val="19988732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8FC8BB7-11F9-4FEF-AF2A-76E79E66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878A44-2D11-49E5-938D-04C98245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0C80756-EB08-4DB7-A8CE-E14CD1E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Gestor de estudiantes</a:t>
            </a:r>
          </a:p>
        </p:txBody>
      </p:sp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c2989afc94a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A2D0A0-03CB-42C7-8E10-8D25844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22860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616A93E-4D2A-4705-95A4-B3C701C9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98755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Diseñar un módulo interactivo desacoplado y desmontable.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EC6F7AA-A4E4-4BB0-822F-9117660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14600"/>
            <a:ext cx="22860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7AA63C9-6442-4727-A001-94B2E463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853770-A945-4897-804B-A68E9ACB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685FBC-2A3F-4132-A980-01ABA09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98648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Separar funciones puras y efectos.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A5B218-47E8-4B85-AE11-2030A492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2424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AF98AB-AB25-4A5D-8C41-7A85780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6432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FFA3911-B716-493D-B279-82B2E08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410712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Validar el submit.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924543C-4B83-4AC4-B642-C51493A3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4487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57D1DB2-2173-4AFF-BD17-731EA5BF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8496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6BFE6A9-32C9-47B5-9C6A-98B2BA4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22775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Implementar delegación.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23BF602-5356-4246-8BB0-0EDF5B6F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6552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FBCC70A-EB60-450F-8CBF-B1C021B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5A3ED55-7C08-4872-B31F-2FA61DE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Añadir debounce y cancelación.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D94E475-36D2-4270-A82A-AE56A13C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8616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220A029-DDE6-49B4-91EB-62B3F0A6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4FEB3F8-AC6F-46F4-BA55-9881349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46904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iniciar y destruir.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3432073-B4D6-446C-8E4D-B6099EC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71780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618B0F0-E0E4-459F-8B81-892DFEC9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42432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HTML + módulo JS + pruebas de eventos.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FFE6118-8FFF-4D33-9119-A4B7E4BB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577840"/>
            <a:ext cx="2697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82CFF5F-937F-4679-9E9B-82F7B9ED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742432"/>
            <a:ext cx="26974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100 min</a:t>
            </a:r>
          </a:p>
        </p:txBody>
      </p:sp>
    </p:spTree>
    <p:extLst>
      <p:ext uri="{BB962C8B-B14F-4D97-AF65-F5344CB8AC3E}">
        <p14:creationId xmlns:p14="http://schemas.microsoft.com/office/powerpoint/2010/main" val="13975386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233083-FE3A-4310-A847-4774F44E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BFFC68-2769-4AD6-91F0-CDD52307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6E24C2-AA60-442D-B67D-40C372CA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18b1a7f12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2A32957-A0DF-413D-AA8C-D2277696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029EA9-AF22-407B-80F3-8DA1142F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933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C8A5E9-7704-4873-8504-D9BF5D5F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9019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estado conserva un closure?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1391407-F83B-4A41-9B8B-CF869235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02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4D752D-1764-462C-A2A5-7BFEE063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933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682E27F-8C8E-4DB6-B708-ECC4A1AA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19019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conviene una función flecha?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9E2B86D-AEA3-4206-9689-92D8C479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DA58A03-2875-4D7E-A43E-500747E7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935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3E9675-E6BA-4404-8114-259E3A6E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5021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diferencia hay entre target y currentTarget?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45E195A-1B20-409C-9867-C1A4882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204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9F57697-EE57-469B-964B-72BC048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935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2708F8-4512-4F6F-81CC-F68E27AC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35021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¿Cómo evitarías listeners duplicados?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0B66D5-8D95-430B-8AE4-ED77DB6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C337EA-BF35-4B69-A4E0-EA9FA182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Las funciones organizan la lógica; los eventos conectan esa lógica con la interacción.</a:t>
            </a:r>
          </a:p>
        </p:txBody>
      </p:sp>
    </p:spTree>
    <p:extLst>
      <p:ext uri="{BB962C8B-B14F-4D97-AF65-F5344CB8AC3E}">
        <p14:creationId xmlns:p14="http://schemas.microsoft.com/office/powerpoint/2010/main" val="8925268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2026-10-06T12:48:30.9520000Z</dcterms:created>
  <dcterms:modified xsi:type="dcterms:W3CDTF">2026-10-06T12:48:30.9520000Z</dcterms:modified>
</coreProperties>
</file>